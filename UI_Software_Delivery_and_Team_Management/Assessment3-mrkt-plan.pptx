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"/>
  </p:notesMasterIdLst>
  <p:sldIdLst>
    <p:sldId id="256" r:id="rId4"/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 /><Relationship Id="rId11" Type="http://schemas.openxmlformats.org/officeDocument/2006/relationships/tableStyles" Target="tableStyles.xml" /><Relationship Id="rId1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819941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6197681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847834109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460750541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8259230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1900452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88827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572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99329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13049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05706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23533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7AF6CA-9B1F-0C2A-4810-B7E596F25FB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2293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61175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1435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816E3C-32E8-FAE8-086A-C6557EF959C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02459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64960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28441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6BACE3-7E48-28DE-40D4-89EF87EE7AA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95969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24794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4112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EA2677D-F7BE-3CF5-A04F-1C026A96C0F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solidFill>
          <a:schemeClr val="bg2">
            <a:lumMod val="50000"/>
            <a:alpha val="49999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4221652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3196203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0104488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8613575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335237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grpSp>
        <p:nvGrpSpPr>
          <p:cNvPr id="1365043115" name=""/>
          <p:cNvGrpSpPr/>
          <p:nvPr/>
        </p:nvGrpSpPr>
        <p:grpSpPr bwMode="auto">
          <a:xfrm>
            <a:off x="0" y="0"/>
            <a:ext cx="12191999" cy="6858000"/>
            <a:chOff x="0" y="0"/>
            <a:chExt cx="12191999" cy="6858000"/>
          </a:xfrm>
        </p:grpSpPr>
        <p:sp>
          <p:nvSpPr>
            <p:cNvPr id="50534738" name=""/>
            <p:cNvSpPr/>
            <p:nvPr/>
          </p:nvSpPr>
          <p:spPr bwMode="auto">
            <a:xfrm rot="0" flipH="0" flipV="0">
              <a:off x="7076162" y="1104129"/>
              <a:ext cx="2325489" cy="2325489"/>
            </a:xfrm>
            <a:prstGeom prst="ellipse">
              <a:avLst/>
            </a:prstGeom>
            <a:solidFill>
              <a:schemeClr val="bg2">
                <a:lumMod val="90000"/>
                <a:alpha val="30000"/>
              </a:schemeClr>
            </a:solidFill>
            <a:ln w="12699" cap="flat" cmpd="sng" algn="ctr">
              <a:noFill/>
              <a:prstDash val="solid"/>
              <a:miter lim="800000"/>
            </a:ln>
            <a:effectLst>
              <a:outerShdw blurRad="50800" dist="50800" dir="0" sx="120000" sy="120000" algn="ctr" rotWithShape="0">
                <a:schemeClr val="tx1">
                  <a:alpha val="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35831037" name=""/>
            <p:cNvSpPr/>
            <p:nvPr/>
          </p:nvSpPr>
          <p:spPr bwMode="auto">
            <a:xfrm rot="0" flipH="0" flipV="0">
              <a:off x="8196914" y="2705959"/>
              <a:ext cx="1822636" cy="1822636"/>
            </a:xfrm>
            <a:prstGeom prst="ellipse">
              <a:avLst/>
            </a:prstGeom>
            <a:solidFill>
              <a:schemeClr val="bg2">
                <a:lumMod val="90000"/>
                <a:alpha val="30000"/>
              </a:schemeClr>
            </a:solidFill>
            <a:ln w="12699" cap="flat" cmpd="sng" algn="ctr">
              <a:noFill/>
              <a:prstDash val="solid"/>
              <a:miter lim="800000"/>
            </a:ln>
            <a:effectLst>
              <a:outerShdw blurRad="50800" dist="63500" dir="0" sx="120000" sy="120000" algn="ctr" rotWithShape="0">
                <a:schemeClr val="tx1">
                  <a:alpha val="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27940201" name=""/>
            <p:cNvSpPr/>
            <p:nvPr/>
          </p:nvSpPr>
          <p:spPr bwMode="auto">
            <a:xfrm rot="0" flipH="0" flipV="0">
              <a:off x="3845920" y="2328510"/>
              <a:ext cx="3168678" cy="3168678"/>
            </a:xfrm>
            <a:prstGeom prst="ellipse">
              <a:avLst/>
            </a:prstGeom>
            <a:solidFill>
              <a:schemeClr val="bg2">
                <a:lumMod val="90000"/>
                <a:alpha val="30000"/>
              </a:schemeClr>
            </a:solidFill>
            <a:ln w="12699" cap="flat" cmpd="sng" algn="ctr">
              <a:noFill/>
              <a:prstDash val="solid"/>
              <a:miter lim="800000"/>
            </a:ln>
            <a:effectLst>
              <a:outerShdw blurRad="50800" dist="50800" dir="0" sx="120000" sy="120000" algn="ctr" rotWithShape="0">
                <a:schemeClr val="tx1">
                  <a:alpha val="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07077864" name=""/>
            <p:cNvSpPr/>
            <p:nvPr/>
          </p:nvSpPr>
          <p:spPr bwMode="auto">
            <a:xfrm rot="0" flipH="1" flipV="1">
              <a:off x="10212364" y="395787"/>
              <a:ext cx="1087324" cy="1087324"/>
            </a:xfrm>
            <a:prstGeom prst="ellipse">
              <a:avLst/>
            </a:prstGeom>
            <a:solidFill>
              <a:schemeClr val="bg2">
                <a:lumMod val="90000"/>
                <a:alpha val="30000"/>
              </a:schemeClr>
            </a:solidFill>
            <a:ln w="12699" cap="flat" cmpd="sng" algn="ctr">
              <a:noFill/>
              <a:prstDash val="solid"/>
              <a:miter lim="800000"/>
            </a:ln>
            <a:effectLst>
              <a:outerShdw blurRad="50800" dist="50800" dir="0" sx="120000" sy="120000" algn="ctr" rotWithShape="0">
                <a:schemeClr val="tx1">
                  <a:alpha val="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26732081" name=""/>
            <p:cNvSpPr/>
            <p:nvPr/>
          </p:nvSpPr>
          <p:spPr bwMode="auto">
            <a:xfrm>
              <a:off x="3269262" y="0"/>
              <a:ext cx="1858245" cy="1554511"/>
            </a:xfrm>
            <a:custGeom>
              <a:avLst/>
              <a:gdLst/>
              <a:ahLst/>
              <a:cxnLst/>
              <a:rect l="0" t="0" r="r" b="b"/>
              <a:pathLst>
                <a:path w="1858246" h="1554512" fill="norm" stroke="1" extrusionOk="0">
                  <a:moveTo>
                    <a:pt x="929123" y="1554512"/>
                  </a:moveTo>
                  <a:cubicBezTo>
                    <a:pt x="419420" y="1554512"/>
                    <a:pt x="0" y="1135090"/>
                    <a:pt x="0" y="625389"/>
                  </a:cubicBezTo>
                  <a:cubicBezTo>
                    <a:pt x="0" y="385485"/>
                    <a:pt x="92915" y="165583"/>
                    <a:pt x="244428" y="0"/>
                  </a:cubicBezTo>
                  <a:cubicBezTo>
                    <a:pt x="244428" y="0"/>
                    <a:pt x="1613817" y="0"/>
                    <a:pt x="1613817" y="0"/>
                  </a:cubicBezTo>
                  <a:cubicBezTo>
                    <a:pt x="1765330" y="165583"/>
                    <a:pt x="1858246" y="385485"/>
                    <a:pt x="1858246" y="625389"/>
                  </a:cubicBezTo>
                  <a:cubicBezTo>
                    <a:pt x="1858246" y="1135090"/>
                    <a:pt x="1438824" y="1554512"/>
                    <a:pt x="929123" y="1554512"/>
                  </a:cubicBezTo>
                  <a:close/>
                </a:path>
              </a:pathLst>
            </a:custGeom>
            <a:solidFill>
              <a:schemeClr val="bg2">
                <a:lumMod val="90000"/>
                <a:alpha val="30000"/>
              </a:schemeClr>
            </a:solidFill>
            <a:ln w="12699" cap="flat" cmpd="sng" algn="ctr">
              <a:noFill/>
              <a:prstDash val="solid"/>
              <a:miter lim="800000"/>
            </a:ln>
            <a:effectLst>
              <a:outerShdw blurRad="50800" dist="50800" dir="0" sx="120000" sy="120000" algn="ctr" rotWithShape="0">
                <a:schemeClr val="tx1">
                  <a:alpha val="4000"/>
                </a:schemeClr>
              </a:outerShdw>
            </a:effectLst>
          </p:spPr>
        </p:sp>
        <p:sp>
          <p:nvSpPr>
            <p:cNvPr id="1126533078" name=""/>
            <p:cNvSpPr/>
            <p:nvPr/>
          </p:nvSpPr>
          <p:spPr bwMode="auto">
            <a:xfrm>
              <a:off x="10480351" y="4066717"/>
              <a:ext cx="1711647" cy="1858245"/>
            </a:xfrm>
            <a:custGeom>
              <a:avLst/>
              <a:gdLst/>
              <a:ahLst/>
              <a:cxnLst/>
              <a:rect l="0" t="0" r="r" b="b"/>
              <a:pathLst>
                <a:path w="1711648" h="1858246" fill="norm" stroke="1" extrusionOk="0">
                  <a:moveTo>
                    <a:pt x="929123" y="1858246"/>
                  </a:moveTo>
                  <a:cubicBezTo>
                    <a:pt x="419420" y="1858246"/>
                    <a:pt x="0" y="1438824"/>
                    <a:pt x="0" y="929123"/>
                  </a:cubicBezTo>
                  <a:cubicBezTo>
                    <a:pt x="0" y="419421"/>
                    <a:pt x="419420" y="0"/>
                    <a:pt x="929123" y="0"/>
                  </a:cubicBezTo>
                  <a:cubicBezTo>
                    <a:pt x="1256064" y="0"/>
                    <a:pt x="1545861" y="172568"/>
                    <a:pt x="1711648" y="430839"/>
                  </a:cubicBezTo>
                  <a:cubicBezTo>
                    <a:pt x="1711648" y="430839"/>
                    <a:pt x="1711648" y="1427406"/>
                    <a:pt x="1711648" y="1427406"/>
                  </a:cubicBezTo>
                  <a:cubicBezTo>
                    <a:pt x="1545861" y="1685677"/>
                    <a:pt x="1256064" y="1858246"/>
                    <a:pt x="929123" y="1858246"/>
                  </a:cubicBezTo>
                  <a:close/>
                </a:path>
              </a:pathLst>
            </a:custGeom>
            <a:solidFill>
              <a:schemeClr val="bg2">
                <a:lumMod val="90000"/>
                <a:alpha val="30000"/>
              </a:schemeClr>
            </a:solidFill>
            <a:ln w="12699" cap="flat" cmpd="sng" algn="ctr">
              <a:noFill/>
              <a:prstDash val="solid"/>
              <a:miter lim="800000"/>
            </a:ln>
            <a:effectLst>
              <a:outerShdw blurRad="50800" dist="50800" dir="0" sx="120000" sy="120000" algn="ctr" rotWithShape="0">
                <a:schemeClr val="tx1">
                  <a:alpha val="4000"/>
                </a:schemeClr>
              </a:outerShdw>
            </a:effectLst>
          </p:spPr>
        </p:sp>
        <p:sp>
          <p:nvSpPr>
            <p:cNvPr id="728735454" name=""/>
            <p:cNvSpPr/>
            <p:nvPr/>
          </p:nvSpPr>
          <p:spPr bwMode="auto">
            <a:xfrm>
              <a:off x="0" y="839524"/>
              <a:ext cx="1222126" cy="1456426"/>
            </a:xfrm>
            <a:custGeom>
              <a:avLst/>
              <a:gdLst/>
              <a:ahLst/>
              <a:cxnLst/>
              <a:rect l="0" t="0" r="r" b="b"/>
              <a:pathLst>
                <a:path w="1222127" h="1456428" fill="norm" stroke="1" extrusionOk="0">
                  <a:moveTo>
                    <a:pt x="493913" y="0"/>
                  </a:moveTo>
                  <a:cubicBezTo>
                    <a:pt x="893400" y="0"/>
                    <a:pt x="1222127" y="328727"/>
                    <a:pt x="1222127" y="728214"/>
                  </a:cubicBezTo>
                  <a:cubicBezTo>
                    <a:pt x="1222127" y="1127700"/>
                    <a:pt x="893400" y="1456428"/>
                    <a:pt x="493913" y="1456428"/>
                  </a:cubicBezTo>
                  <a:cubicBezTo>
                    <a:pt x="304065" y="1456428"/>
                    <a:pt x="130199" y="1382187"/>
                    <a:pt x="0" y="1261393"/>
                  </a:cubicBezTo>
                  <a:cubicBezTo>
                    <a:pt x="0" y="1261393"/>
                    <a:pt x="0" y="195034"/>
                    <a:pt x="0" y="195034"/>
                  </a:cubicBezTo>
                  <a:cubicBezTo>
                    <a:pt x="130199" y="74240"/>
                    <a:pt x="304065" y="0"/>
                    <a:pt x="493913" y="0"/>
                  </a:cubicBezTo>
                  <a:close/>
                </a:path>
              </a:pathLst>
            </a:custGeom>
            <a:solidFill>
              <a:schemeClr val="bg2">
                <a:lumMod val="90000"/>
                <a:alpha val="30000"/>
              </a:schemeClr>
            </a:solidFill>
            <a:ln w="12699" cap="flat" cmpd="sng" algn="ctr">
              <a:noFill/>
              <a:prstDash val="solid"/>
              <a:miter lim="800000"/>
            </a:ln>
            <a:effectLst>
              <a:outerShdw blurRad="50800" dist="50800" dir="0" sx="120000" sy="120000" algn="ctr" rotWithShape="0">
                <a:schemeClr val="tx1">
                  <a:alpha val="4000"/>
                </a:schemeClr>
              </a:outerShdw>
            </a:effectLst>
          </p:spPr>
        </p:sp>
        <p:sp>
          <p:nvSpPr>
            <p:cNvPr id="1607538701" name=""/>
            <p:cNvSpPr/>
            <p:nvPr/>
          </p:nvSpPr>
          <p:spPr bwMode="auto">
            <a:xfrm>
              <a:off x="0" y="3599472"/>
              <a:ext cx="1759396" cy="1858245"/>
            </a:xfrm>
            <a:custGeom>
              <a:avLst/>
              <a:gdLst/>
              <a:ahLst/>
              <a:cxnLst/>
              <a:rect l="0" t="0" r="r" b="b"/>
              <a:pathLst>
                <a:path w="1759397" h="1858246" fill="norm" stroke="1" extrusionOk="0">
                  <a:moveTo>
                    <a:pt x="830275" y="0"/>
                  </a:moveTo>
                  <a:cubicBezTo>
                    <a:pt x="1339976" y="0"/>
                    <a:pt x="1759397" y="419421"/>
                    <a:pt x="1759397" y="929123"/>
                  </a:cubicBezTo>
                  <a:cubicBezTo>
                    <a:pt x="1759397" y="1438825"/>
                    <a:pt x="1339976" y="1858245"/>
                    <a:pt x="830275" y="1858245"/>
                  </a:cubicBezTo>
                  <a:cubicBezTo>
                    <a:pt x="469215" y="1858245"/>
                    <a:pt x="153459" y="1647783"/>
                    <a:pt x="0" y="1343853"/>
                  </a:cubicBezTo>
                  <a:cubicBezTo>
                    <a:pt x="0" y="1343853"/>
                    <a:pt x="0" y="514392"/>
                    <a:pt x="0" y="514392"/>
                  </a:cubicBezTo>
                  <a:cubicBezTo>
                    <a:pt x="153459" y="210462"/>
                    <a:pt x="469215" y="0"/>
                    <a:pt x="830275" y="0"/>
                  </a:cubicBezTo>
                  <a:close/>
                </a:path>
              </a:pathLst>
            </a:custGeom>
            <a:solidFill>
              <a:schemeClr val="bg2">
                <a:lumMod val="90000"/>
                <a:alpha val="30000"/>
              </a:schemeClr>
            </a:solidFill>
            <a:ln w="12699" cap="flat" cmpd="sng" algn="ctr">
              <a:noFill/>
              <a:prstDash val="solid"/>
              <a:miter lim="800000"/>
            </a:ln>
            <a:effectLst>
              <a:outerShdw blurRad="50800" dist="50800" dir="0" sx="120000" sy="120000" algn="ctr" rotWithShape="0">
                <a:schemeClr val="tx1">
                  <a:alpha val="4000"/>
                </a:schemeClr>
              </a:outerShdw>
            </a:effectLst>
          </p:spPr>
        </p:sp>
        <p:sp>
          <p:nvSpPr>
            <p:cNvPr id="515733716" name=""/>
            <p:cNvSpPr/>
            <p:nvPr/>
          </p:nvSpPr>
          <p:spPr bwMode="auto">
            <a:xfrm>
              <a:off x="2227153" y="5497191"/>
              <a:ext cx="1456426" cy="1360809"/>
            </a:xfrm>
            <a:custGeom>
              <a:avLst/>
              <a:gdLst/>
              <a:ahLst/>
              <a:cxnLst/>
              <a:rect l="0" t="0" r="r" b="b"/>
              <a:pathLst>
                <a:path w="1456427" h="1360809" fill="norm" stroke="1" extrusionOk="0">
                  <a:moveTo>
                    <a:pt x="728213" y="0"/>
                  </a:moveTo>
                  <a:cubicBezTo>
                    <a:pt x="1127699" y="0"/>
                    <a:pt x="1456426" y="328727"/>
                    <a:pt x="1456426" y="728214"/>
                  </a:cubicBezTo>
                  <a:cubicBezTo>
                    <a:pt x="1456427" y="997647"/>
                    <a:pt x="1306895" y="1234893"/>
                    <a:pt x="1086974" y="1360809"/>
                  </a:cubicBezTo>
                  <a:cubicBezTo>
                    <a:pt x="1086974" y="1360809"/>
                    <a:pt x="369452" y="1360809"/>
                    <a:pt x="369452" y="1360809"/>
                  </a:cubicBezTo>
                  <a:cubicBezTo>
                    <a:pt x="149531" y="1234893"/>
                    <a:pt x="0" y="997647"/>
                    <a:pt x="0" y="728214"/>
                  </a:cubicBezTo>
                  <a:cubicBezTo>
                    <a:pt x="0" y="328727"/>
                    <a:pt x="328726" y="0"/>
                    <a:pt x="728213" y="0"/>
                  </a:cubicBezTo>
                  <a:close/>
                </a:path>
              </a:pathLst>
            </a:custGeom>
            <a:solidFill>
              <a:schemeClr val="bg2">
                <a:lumMod val="90000"/>
                <a:alpha val="30000"/>
              </a:schemeClr>
            </a:solidFill>
            <a:ln w="12699" cap="flat" cmpd="sng" algn="ctr">
              <a:noFill/>
              <a:prstDash val="solid"/>
              <a:miter lim="800000"/>
            </a:ln>
            <a:effectLst>
              <a:outerShdw blurRad="50800" dist="50800" dir="0" sx="120000" sy="120000" algn="ctr" rotWithShape="0">
                <a:schemeClr val="tx1">
                  <a:alpha val="4000"/>
                </a:schemeClr>
              </a:outerShdw>
            </a:effectLst>
          </p:spPr>
        </p:sp>
      </p:grpSp>
      <p:grpSp>
        <p:nvGrpSpPr>
          <p:cNvPr id="1659280220" name=""/>
          <p:cNvGrpSpPr/>
          <p:nvPr/>
        </p:nvGrpSpPr>
        <p:grpSpPr bwMode="auto">
          <a:xfrm>
            <a:off x="1851003" y="0"/>
            <a:ext cx="9634327" cy="6858000"/>
            <a:chOff x="0" y="0"/>
            <a:chExt cx="9634327" cy="6858000"/>
          </a:xfrm>
        </p:grpSpPr>
        <p:sp>
          <p:nvSpPr>
            <p:cNvPr id="1531520745" name=""/>
            <p:cNvSpPr/>
            <p:nvPr/>
          </p:nvSpPr>
          <p:spPr bwMode="auto">
            <a:xfrm rot="0" flipH="0" flipV="1">
              <a:off x="7308837" y="1779518"/>
              <a:ext cx="2325489" cy="2325489"/>
            </a:xfrm>
            <a:prstGeom prst="ellipse">
              <a:avLst/>
            </a:prstGeom>
            <a:solidFill>
              <a:schemeClr val="bg2">
                <a:alpha val="40000"/>
              </a:schemeClr>
            </a:solidFill>
            <a:ln w="12699" cap="flat" cmpd="sng" algn="ctr">
              <a:noFill/>
              <a:prstDash val="solid"/>
              <a:miter lim="800000"/>
            </a:ln>
            <a:effectLst>
              <a:outerShdw blurRad="50800" dist="50800" dir="0" sx="120000" sy="120000" algn="ctr" rotWithShape="0">
                <a:schemeClr val="tx1">
                  <a:alpha val="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25851176" name=""/>
            <p:cNvSpPr/>
            <p:nvPr/>
          </p:nvSpPr>
          <p:spPr bwMode="auto">
            <a:xfrm>
              <a:off x="5038033" y="4690924"/>
              <a:ext cx="3168678" cy="2167074"/>
            </a:xfrm>
            <a:custGeom>
              <a:avLst/>
              <a:gdLst/>
              <a:ahLst/>
              <a:cxnLst/>
              <a:rect l="0" t="0" r="r" b="b"/>
              <a:pathLst>
                <a:path w="3168679" h="2167075" fill="norm" stroke="1" extrusionOk="0">
                  <a:moveTo>
                    <a:pt x="0" y="1584339"/>
                  </a:moveTo>
                  <a:cubicBezTo>
                    <a:pt x="0" y="715195"/>
                    <a:pt x="715197" y="0"/>
                    <a:pt x="1584340" y="0"/>
                  </a:cubicBezTo>
                  <a:cubicBezTo>
                    <a:pt x="2453483" y="0"/>
                    <a:pt x="3168679" y="715195"/>
                    <a:pt x="3168679" y="1584339"/>
                  </a:cubicBezTo>
                  <a:cubicBezTo>
                    <a:pt x="3168679" y="1789639"/>
                    <a:pt x="3128774" y="1986350"/>
                    <a:pt x="3056362" y="2167075"/>
                  </a:cubicBezTo>
                  <a:cubicBezTo>
                    <a:pt x="3056362" y="2167075"/>
                    <a:pt x="112316" y="2167075"/>
                    <a:pt x="112316" y="2167075"/>
                  </a:cubicBezTo>
                  <a:cubicBezTo>
                    <a:pt x="39904" y="1986350"/>
                    <a:pt x="0" y="1789639"/>
                    <a:pt x="0" y="1584339"/>
                  </a:cubicBez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12699" cap="flat" cmpd="sng" algn="ctr">
              <a:noFill/>
              <a:prstDash val="solid"/>
              <a:miter lim="800000"/>
            </a:ln>
            <a:effectLst>
              <a:outerShdw blurRad="50800" dist="50800" dir="0" sx="120000" sy="120000" algn="ctr" rotWithShape="0">
                <a:schemeClr val="tx1">
                  <a:alpha val="4000"/>
                </a:schemeClr>
              </a:outerShdw>
            </a:effectLst>
          </p:spPr>
        </p:sp>
        <p:sp>
          <p:nvSpPr>
            <p:cNvPr id="708238106" name=""/>
            <p:cNvSpPr/>
            <p:nvPr/>
          </p:nvSpPr>
          <p:spPr bwMode="auto">
            <a:xfrm rot="0" flipH="1" flipV="0">
              <a:off x="2170733" y="863646"/>
              <a:ext cx="1087324" cy="1087324"/>
            </a:xfrm>
            <a:prstGeom prst="ellipse">
              <a:avLst/>
            </a:prstGeom>
            <a:solidFill>
              <a:schemeClr val="bg2">
                <a:alpha val="40000"/>
              </a:schemeClr>
            </a:solidFill>
            <a:ln w="12699" cap="flat" cmpd="sng" algn="ctr">
              <a:noFill/>
              <a:prstDash val="solid"/>
              <a:miter lim="800000"/>
            </a:ln>
            <a:effectLst>
              <a:outerShdw blurRad="50800" dist="50800" dir="0" sx="120000" sy="120000" algn="ctr" rotWithShape="0">
                <a:schemeClr val="tx1">
                  <a:alpha val="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0531881" name=""/>
            <p:cNvSpPr/>
            <p:nvPr/>
          </p:nvSpPr>
          <p:spPr bwMode="auto">
            <a:xfrm rot="0" flipH="0" flipV="0">
              <a:off x="135451" y="0"/>
              <a:ext cx="1858245" cy="1596432"/>
            </a:xfrm>
            <a:custGeom>
              <a:avLst/>
              <a:gdLst/>
              <a:ahLst/>
              <a:cxnLst/>
              <a:rect l="0" t="0" r="r" b="b"/>
              <a:pathLst>
                <a:path w="1858246" h="1596433" fill="norm" stroke="1" extrusionOk="0">
                  <a:moveTo>
                    <a:pt x="0" y="667311"/>
                  </a:moveTo>
                  <a:cubicBezTo>
                    <a:pt x="0" y="406556"/>
                    <a:pt x="109769" y="169429"/>
                    <a:pt x="285240" y="0"/>
                  </a:cubicBezTo>
                  <a:cubicBezTo>
                    <a:pt x="285240" y="0"/>
                    <a:pt x="1573005" y="0"/>
                    <a:pt x="1573005" y="0"/>
                  </a:cubicBezTo>
                  <a:cubicBezTo>
                    <a:pt x="1748476" y="169429"/>
                    <a:pt x="1858245" y="406556"/>
                    <a:pt x="1858245" y="667311"/>
                  </a:cubicBezTo>
                  <a:cubicBezTo>
                    <a:pt x="1858245" y="1177011"/>
                    <a:pt x="1438825" y="1596433"/>
                    <a:pt x="929122" y="1596433"/>
                  </a:cubicBezTo>
                  <a:cubicBezTo>
                    <a:pt x="419421" y="1596433"/>
                    <a:pt x="0" y="1177011"/>
                    <a:pt x="0" y="667311"/>
                  </a:cubicBez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12699" cap="flat" cmpd="sng" algn="ctr">
              <a:noFill/>
              <a:prstDash val="solid"/>
              <a:miter lim="800000"/>
            </a:ln>
            <a:effectLst>
              <a:outerShdw blurRad="50800" dist="50800" dir="0" sx="120000" sy="120000" algn="ctr" rotWithShape="0">
                <a:schemeClr val="tx1">
                  <a:alpha val="4000"/>
                </a:schemeClr>
              </a:outerShdw>
            </a:effectLst>
          </p:spPr>
        </p:sp>
        <p:sp>
          <p:nvSpPr>
            <p:cNvPr id="1923988786" name=""/>
            <p:cNvSpPr/>
            <p:nvPr/>
          </p:nvSpPr>
          <p:spPr bwMode="auto">
            <a:xfrm rot="0" flipH="0" flipV="0">
              <a:off x="4536586" y="0"/>
              <a:ext cx="1330350" cy="725385"/>
            </a:xfrm>
            <a:custGeom>
              <a:avLst/>
              <a:gdLst/>
              <a:ahLst/>
              <a:cxnLst/>
              <a:rect l="0" t="0" r="r" b="b"/>
              <a:pathLst>
                <a:path w="1330351" h="725386" fill="norm" stroke="1" extrusionOk="0">
                  <a:moveTo>
                    <a:pt x="0" y="60210"/>
                  </a:moveTo>
                  <a:cubicBezTo>
                    <a:pt x="0" y="39926"/>
                    <a:pt x="927" y="19843"/>
                    <a:pt x="2742" y="0"/>
                  </a:cubicBezTo>
                  <a:cubicBezTo>
                    <a:pt x="2742" y="0"/>
                    <a:pt x="1327608" y="0"/>
                    <a:pt x="1327608" y="0"/>
                  </a:cubicBezTo>
                  <a:cubicBezTo>
                    <a:pt x="1329423" y="19843"/>
                    <a:pt x="1330351" y="39926"/>
                    <a:pt x="1330351" y="60210"/>
                  </a:cubicBezTo>
                  <a:cubicBezTo>
                    <a:pt x="1330351" y="425115"/>
                    <a:pt x="1030080" y="725386"/>
                    <a:pt x="665174" y="725386"/>
                  </a:cubicBezTo>
                  <a:cubicBezTo>
                    <a:pt x="300270" y="725386"/>
                    <a:pt x="0" y="425115"/>
                    <a:pt x="0" y="60210"/>
                  </a:cubicBez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12699" cap="flat" cmpd="sng" algn="ctr">
              <a:noFill/>
              <a:prstDash val="solid"/>
              <a:miter lim="800000"/>
            </a:ln>
            <a:effectLst>
              <a:outerShdw blurRad="50800" dist="63500" dir="0" sx="120000" sy="120000" algn="ctr" rotWithShape="0">
                <a:schemeClr val="tx1">
                  <a:alpha val="4000"/>
                </a:schemeClr>
              </a:outerShdw>
            </a:effectLst>
          </p:spPr>
        </p:sp>
        <p:sp>
          <p:nvSpPr>
            <p:cNvPr id="593722324" name=""/>
            <p:cNvSpPr/>
            <p:nvPr/>
          </p:nvSpPr>
          <p:spPr bwMode="auto">
            <a:xfrm rot="0" flipH="1" flipV="0">
              <a:off x="1142530" y="4409081"/>
              <a:ext cx="1858245" cy="1858245"/>
            </a:xfrm>
            <a:prstGeom prst="ellipse">
              <a:avLst/>
            </a:prstGeom>
            <a:solidFill>
              <a:schemeClr val="bg2">
                <a:alpha val="40000"/>
              </a:schemeClr>
            </a:solidFill>
            <a:ln w="12699" cap="flat" cmpd="sng" algn="ctr">
              <a:noFill/>
              <a:prstDash val="solid"/>
              <a:miter lim="800000"/>
            </a:ln>
            <a:effectLst>
              <a:outerShdw blurRad="50800" dist="50800" dir="0" sx="120000" sy="120000" algn="ctr" rotWithShape="0">
                <a:schemeClr val="tx1">
                  <a:alpha val="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54423163" name=""/>
            <p:cNvSpPr/>
            <p:nvPr/>
          </p:nvSpPr>
          <p:spPr bwMode="auto">
            <a:xfrm rot="0" flipH="0" flipV="1">
              <a:off x="0" y="2913183"/>
              <a:ext cx="1456426" cy="1456426"/>
            </a:xfrm>
            <a:prstGeom prst="ellipse">
              <a:avLst/>
            </a:prstGeom>
            <a:solidFill>
              <a:schemeClr val="bg2">
                <a:alpha val="40000"/>
              </a:schemeClr>
            </a:solidFill>
            <a:ln w="12699" cap="flat" cmpd="sng" algn="ctr">
              <a:noFill/>
              <a:prstDash val="solid"/>
              <a:miter lim="800000"/>
            </a:ln>
            <a:effectLst>
              <a:outerShdw blurRad="50800" dist="50800" dir="0" sx="120000" sy="120000" algn="ctr" rotWithShape="0">
                <a:schemeClr val="tx1">
                  <a:alpha val="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bg2">
            <a:lumMod val="50000"/>
            <a:alpha val="49999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70466180" name=""/>
          <p:cNvGrpSpPr/>
          <p:nvPr/>
        </p:nvGrpSpPr>
        <p:grpSpPr bwMode="auto">
          <a:xfrm flipH="1">
            <a:off x="0" y="0"/>
            <a:ext cx="12191999" cy="6858000"/>
            <a:chOff x="0" y="0"/>
            <a:chExt cx="12191999" cy="6858000"/>
          </a:xfrm>
        </p:grpSpPr>
        <p:grpSp>
          <p:nvGrpSpPr>
            <p:cNvPr id="1253791777" name=""/>
            <p:cNvGrpSpPr/>
            <p:nvPr/>
          </p:nvGrpSpPr>
          <p:grpSpPr bwMode="auto">
            <a:xfrm>
              <a:off x="0" y="0"/>
              <a:ext cx="12191999" cy="6858000"/>
              <a:chOff x="0" y="0"/>
              <a:chExt cx="12191999" cy="6858000"/>
            </a:xfrm>
          </p:grpSpPr>
          <p:sp>
            <p:nvSpPr>
              <p:cNvPr id="2075932803" name=""/>
              <p:cNvSpPr/>
              <p:nvPr/>
            </p:nvSpPr>
            <p:spPr bwMode="auto">
              <a:xfrm rot="0" flipH="0" flipV="0">
                <a:off x="7076161" y="1104129"/>
                <a:ext cx="2325488" cy="2325488"/>
              </a:xfrm>
              <a:prstGeom prst="ellipse">
                <a:avLst/>
              </a:prstGeom>
              <a:solidFill>
                <a:schemeClr val="bg2">
                  <a:lumMod val="90000"/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522545177" name=""/>
              <p:cNvSpPr/>
              <p:nvPr/>
            </p:nvSpPr>
            <p:spPr bwMode="auto">
              <a:xfrm rot="0" flipH="0" flipV="0">
                <a:off x="8196913" y="2705958"/>
                <a:ext cx="1822634" cy="1822634"/>
              </a:xfrm>
              <a:prstGeom prst="ellipse">
                <a:avLst/>
              </a:prstGeom>
              <a:solidFill>
                <a:schemeClr val="bg2">
                  <a:lumMod val="90000"/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63500" dir="0" sx="120000" sy="120000" algn="ctr" rotWithShape="0">
                  <a:schemeClr val="tx1">
                    <a:alpha val="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230970324" name=""/>
              <p:cNvSpPr/>
              <p:nvPr/>
            </p:nvSpPr>
            <p:spPr bwMode="auto">
              <a:xfrm rot="0" flipH="0" flipV="0">
                <a:off x="3845919" y="2328510"/>
                <a:ext cx="3168678" cy="3168678"/>
              </a:xfrm>
              <a:prstGeom prst="ellipse">
                <a:avLst/>
              </a:prstGeom>
              <a:solidFill>
                <a:schemeClr val="bg2">
                  <a:lumMod val="90000"/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715906610" name=""/>
              <p:cNvSpPr/>
              <p:nvPr/>
            </p:nvSpPr>
            <p:spPr bwMode="auto">
              <a:xfrm rot="0" flipH="1" flipV="1">
                <a:off x="10212363" y="395786"/>
                <a:ext cx="1087323" cy="1087323"/>
              </a:xfrm>
              <a:prstGeom prst="ellipse">
                <a:avLst/>
              </a:prstGeom>
              <a:solidFill>
                <a:schemeClr val="bg2">
                  <a:lumMod val="90000"/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747039404" name=""/>
              <p:cNvSpPr/>
              <p:nvPr/>
            </p:nvSpPr>
            <p:spPr bwMode="auto">
              <a:xfrm>
                <a:off x="3269262" y="0"/>
                <a:ext cx="1858245" cy="1554511"/>
              </a:xfrm>
              <a:custGeom>
                <a:avLst/>
                <a:gdLst/>
                <a:ahLst/>
                <a:cxnLst/>
                <a:rect l="0" t="0" r="r" b="b"/>
                <a:pathLst>
                  <a:path w="1858246" h="1554512" fill="norm" stroke="1" extrusionOk="0">
                    <a:moveTo>
                      <a:pt x="929123" y="1554512"/>
                    </a:moveTo>
                    <a:cubicBezTo>
                      <a:pt x="419420" y="1554512"/>
                      <a:pt x="0" y="1135090"/>
                      <a:pt x="0" y="625389"/>
                    </a:cubicBezTo>
                    <a:cubicBezTo>
                      <a:pt x="0" y="385485"/>
                      <a:pt x="92915" y="165583"/>
                      <a:pt x="244428" y="0"/>
                    </a:cubicBezTo>
                    <a:cubicBezTo>
                      <a:pt x="244428" y="0"/>
                      <a:pt x="1613817" y="0"/>
                      <a:pt x="1613817" y="0"/>
                    </a:cubicBezTo>
                    <a:cubicBezTo>
                      <a:pt x="1765330" y="165583"/>
                      <a:pt x="1858246" y="385485"/>
                      <a:pt x="1858246" y="625389"/>
                    </a:cubicBezTo>
                    <a:cubicBezTo>
                      <a:pt x="1858246" y="1135090"/>
                      <a:pt x="1438824" y="1554512"/>
                      <a:pt x="929123" y="1554512"/>
                    </a:cubicBezTo>
                    <a:close/>
                  </a:path>
                </a:pathLst>
              </a:custGeom>
              <a:solidFill>
                <a:schemeClr val="bg2">
                  <a:lumMod val="90000"/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</p:sp>
          <p:sp>
            <p:nvSpPr>
              <p:cNvPr id="312026658" name=""/>
              <p:cNvSpPr/>
              <p:nvPr/>
            </p:nvSpPr>
            <p:spPr bwMode="auto">
              <a:xfrm>
                <a:off x="10480351" y="4066717"/>
                <a:ext cx="1711647" cy="1858245"/>
              </a:xfrm>
              <a:custGeom>
                <a:avLst/>
                <a:gdLst/>
                <a:ahLst/>
                <a:cxnLst/>
                <a:rect l="0" t="0" r="r" b="b"/>
                <a:pathLst>
                  <a:path w="1711648" h="1858246" fill="norm" stroke="1" extrusionOk="0">
                    <a:moveTo>
                      <a:pt x="929123" y="1858246"/>
                    </a:moveTo>
                    <a:cubicBezTo>
                      <a:pt x="419420" y="1858246"/>
                      <a:pt x="0" y="1438824"/>
                      <a:pt x="0" y="929123"/>
                    </a:cubicBezTo>
                    <a:cubicBezTo>
                      <a:pt x="0" y="419421"/>
                      <a:pt x="419420" y="0"/>
                      <a:pt x="929123" y="0"/>
                    </a:cubicBezTo>
                    <a:cubicBezTo>
                      <a:pt x="1256064" y="0"/>
                      <a:pt x="1545861" y="172568"/>
                      <a:pt x="1711648" y="430839"/>
                    </a:cubicBezTo>
                    <a:cubicBezTo>
                      <a:pt x="1711648" y="430839"/>
                      <a:pt x="1711648" y="1427406"/>
                      <a:pt x="1711648" y="1427406"/>
                    </a:cubicBezTo>
                    <a:cubicBezTo>
                      <a:pt x="1545861" y="1685677"/>
                      <a:pt x="1256064" y="1858246"/>
                      <a:pt x="929123" y="1858246"/>
                    </a:cubicBezTo>
                    <a:close/>
                  </a:path>
                </a:pathLst>
              </a:custGeom>
              <a:solidFill>
                <a:schemeClr val="bg2">
                  <a:lumMod val="90000"/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</p:sp>
          <p:sp>
            <p:nvSpPr>
              <p:cNvPr id="443796598" name=""/>
              <p:cNvSpPr/>
              <p:nvPr/>
            </p:nvSpPr>
            <p:spPr bwMode="auto">
              <a:xfrm>
                <a:off x="0" y="839524"/>
                <a:ext cx="1222126" cy="1456426"/>
              </a:xfrm>
              <a:custGeom>
                <a:avLst/>
                <a:gdLst/>
                <a:ahLst/>
                <a:cxnLst/>
                <a:rect l="0" t="0" r="r" b="b"/>
                <a:pathLst>
                  <a:path w="1222127" h="1456428" fill="norm" stroke="1" extrusionOk="0">
                    <a:moveTo>
                      <a:pt x="493913" y="0"/>
                    </a:moveTo>
                    <a:cubicBezTo>
                      <a:pt x="893400" y="0"/>
                      <a:pt x="1222127" y="328727"/>
                      <a:pt x="1222127" y="728214"/>
                    </a:cubicBezTo>
                    <a:cubicBezTo>
                      <a:pt x="1222127" y="1127700"/>
                      <a:pt x="893400" y="1456428"/>
                      <a:pt x="493913" y="1456428"/>
                    </a:cubicBezTo>
                    <a:cubicBezTo>
                      <a:pt x="304065" y="1456428"/>
                      <a:pt x="130199" y="1382187"/>
                      <a:pt x="0" y="1261393"/>
                    </a:cubicBezTo>
                    <a:cubicBezTo>
                      <a:pt x="0" y="1261393"/>
                      <a:pt x="0" y="195034"/>
                      <a:pt x="0" y="195034"/>
                    </a:cubicBezTo>
                    <a:cubicBezTo>
                      <a:pt x="130199" y="74240"/>
                      <a:pt x="304065" y="0"/>
                      <a:pt x="493913" y="0"/>
                    </a:cubicBezTo>
                    <a:close/>
                  </a:path>
                </a:pathLst>
              </a:custGeom>
              <a:solidFill>
                <a:schemeClr val="bg2">
                  <a:lumMod val="90000"/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</p:sp>
          <p:sp>
            <p:nvSpPr>
              <p:cNvPr id="828606573" name=""/>
              <p:cNvSpPr/>
              <p:nvPr/>
            </p:nvSpPr>
            <p:spPr bwMode="auto">
              <a:xfrm>
                <a:off x="0" y="3599472"/>
                <a:ext cx="1759396" cy="1858244"/>
              </a:xfrm>
              <a:custGeom>
                <a:avLst/>
                <a:gdLst/>
                <a:ahLst/>
                <a:cxnLst/>
                <a:rect l="0" t="0" r="r" b="b"/>
                <a:pathLst>
                  <a:path w="1759397" h="1858245" fill="norm" stroke="1" extrusionOk="0">
                    <a:moveTo>
                      <a:pt x="830275" y="0"/>
                    </a:moveTo>
                    <a:cubicBezTo>
                      <a:pt x="1339976" y="0"/>
                      <a:pt x="1759397" y="419421"/>
                      <a:pt x="1759397" y="929123"/>
                    </a:cubicBezTo>
                    <a:cubicBezTo>
                      <a:pt x="1759397" y="1438825"/>
                      <a:pt x="1339976" y="1858245"/>
                      <a:pt x="830275" y="1858245"/>
                    </a:cubicBezTo>
                    <a:cubicBezTo>
                      <a:pt x="469215" y="1858245"/>
                      <a:pt x="153459" y="1647783"/>
                      <a:pt x="0" y="1343853"/>
                    </a:cubicBezTo>
                    <a:cubicBezTo>
                      <a:pt x="0" y="1343853"/>
                      <a:pt x="0" y="514392"/>
                      <a:pt x="0" y="514392"/>
                    </a:cubicBezTo>
                    <a:cubicBezTo>
                      <a:pt x="153459" y="210462"/>
                      <a:pt x="469215" y="0"/>
                      <a:pt x="830275" y="0"/>
                    </a:cubicBezTo>
                    <a:close/>
                  </a:path>
                </a:pathLst>
              </a:custGeom>
              <a:solidFill>
                <a:schemeClr val="bg2">
                  <a:lumMod val="90000"/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</p:sp>
          <p:sp>
            <p:nvSpPr>
              <p:cNvPr id="438283274" name=""/>
              <p:cNvSpPr/>
              <p:nvPr/>
            </p:nvSpPr>
            <p:spPr bwMode="auto">
              <a:xfrm>
                <a:off x="2227153" y="5497191"/>
                <a:ext cx="1456425" cy="1360809"/>
              </a:xfrm>
              <a:custGeom>
                <a:avLst/>
                <a:gdLst/>
                <a:ahLst/>
                <a:cxnLst/>
                <a:rect l="0" t="0" r="r" b="b"/>
                <a:pathLst>
                  <a:path w="1456426" h="1360809" fill="norm" stroke="1" extrusionOk="0">
                    <a:moveTo>
                      <a:pt x="728213" y="0"/>
                    </a:moveTo>
                    <a:cubicBezTo>
                      <a:pt x="1127699" y="0"/>
                      <a:pt x="1456426" y="328727"/>
                      <a:pt x="1456426" y="728214"/>
                    </a:cubicBezTo>
                    <a:cubicBezTo>
                      <a:pt x="1456427" y="997647"/>
                      <a:pt x="1306895" y="1234893"/>
                      <a:pt x="1086974" y="1360809"/>
                    </a:cubicBezTo>
                    <a:cubicBezTo>
                      <a:pt x="1086974" y="1360809"/>
                      <a:pt x="369452" y="1360809"/>
                      <a:pt x="369452" y="1360809"/>
                    </a:cubicBezTo>
                    <a:cubicBezTo>
                      <a:pt x="149531" y="1234893"/>
                      <a:pt x="0" y="997647"/>
                      <a:pt x="0" y="728214"/>
                    </a:cubicBezTo>
                    <a:cubicBezTo>
                      <a:pt x="0" y="328727"/>
                      <a:pt x="328726" y="0"/>
                      <a:pt x="728213" y="0"/>
                    </a:cubicBezTo>
                    <a:close/>
                  </a:path>
                </a:pathLst>
              </a:custGeom>
              <a:solidFill>
                <a:schemeClr val="bg2">
                  <a:lumMod val="90000"/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</p:sp>
        </p:grpSp>
        <p:grpSp>
          <p:nvGrpSpPr>
            <p:cNvPr id="2083338717" name=""/>
            <p:cNvGrpSpPr/>
            <p:nvPr/>
          </p:nvGrpSpPr>
          <p:grpSpPr bwMode="auto">
            <a:xfrm>
              <a:off x="1851003" y="0"/>
              <a:ext cx="9634326" cy="6858000"/>
              <a:chOff x="0" y="0"/>
              <a:chExt cx="9634326" cy="6858000"/>
            </a:xfrm>
          </p:grpSpPr>
          <p:sp>
            <p:nvSpPr>
              <p:cNvPr id="954189887" name=""/>
              <p:cNvSpPr/>
              <p:nvPr/>
            </p:nvSpPr>
            <p:spPr bwMode="auto">
              <a:xfrm rot="0" flipH="0" flipV="1">
                <a:off x="7308837" y="1779517"/>
                <a:ext cx="2325488" cy="2325488"/>
              </a:xfrm>
              <a:prstGeom prst="ellipse">
                <a:avLst/>
              </a:prstGeom>
              <a:solidFill>
                <a:schemeClr val="bg2">
                  <a:alpha val="4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771087172" name=""/>
              <p:cNvSpPr/>
              <p:nvPr/>
            </p:nvSpPr>
            <p:spPr bwMode="auto">
              <a:xfrm>
                <a:off x="5038032" y="4690924"/>
                <a:ext cx="3168678" cy="2167074"/>
              </a:xfrm>
              <a:custGeom>
                <a:avLst/>
                <a:gdLst/>
                <a:ahLst/>
                <a:cxnLst/>
                <a:rect l="0" t="0" r="r" b="b"/>
                <a:pathLst>
                  <a:path w="3168679" h="2167075" fill="norm" stroke="1" extrusionOk="0">
                    <a:moveTo>
                      <a:pt x="0" y="1584339"/>
                    </a:moveTo>
                    <a:cubicBezTo>
                      <a:pt x="0" y="715195"/>
                      <a:pt x="715197" y="0"/>
                      <a:pt x="1584340" y="0"/>
                    </a:cubicBezTo>
                    <a:cubicBezTo>
                      <a:pt x="2453483" y="0"/>
                      <a:pt x="3168679" y="715195"/>
                      <a:pt x="3168679" y="1584339"/>
                    </a:cubicBezTo>
                    <a:cubicBezTo>
                      <a:pt x="3168679" y="1789639"/>
                      <a:pt x="3128774" y="1986350"/>
                      <a:pt x="3056362" y="2167075"/>
                    </a:cubicBezTo>
                    <a:cubicBezTo>
                      <a:pt x="3056362" y="2167075"/>
                      <a:pt x="112316" y="2167075"/>
                      <a:pt x="112316" y="2167075"/>
                    </a:cubicBezTo>
                    <a:cubicBezTo>
                      <a:pt x="39904" y="1986350"/>
                      <a:pt x="0" y="1789639"/>
                      <a:pt x="0" y="1584339"/>
                    </a:cubicBezTo>
                    <a:close/>
                  </a:path>
                </a:pathLst>
              </a:custGeom>
              <a:solidFill>
                <a:schemeClr val="bg2">
                  <a:alpha val="4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</p:sp>
          <p:sp>
            <p:nvSpPr>
              <p:cNvPr id="548910256" name=""/>
              <p:cNvSpPr/>
              <p:nvPr/>
            </p:nvSpPr>
            <p:spPr bwMode="auto">
              <a:xfrm rot="0" flipH="1" flipV="0">
                <a:off x="2170732" y="863645"/>
                <a:ext cx="1087323" cy="1087323"/>
              </a:xfrm>
              <a:prstGeom prst="ellipse">
                <a:avLst/>
              </a:prstGeom>
              <a:solidFill>
                <a:schemeClr val="bg2">
                  <a:alpha val="4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744574963" name=""/>
              <p:cNvSpPr/>
              <p:nvPr/>
            </p:nvSpPr>
            <p:spPr bwMode="auto">
              <a:xfrm rot="0" flipH="0" flipV="0">
                <a:off x="135450" y="0"/>
                <a:ext cx="1858244" cy="1596432"/>
              </a:xfrm>
              <a:custGeom>
                <a:avLst/>
                <a:gdLst/>
                <a:ahLst/>
                <a:cxnLst/>
                <a:rect l="0" t="0" r="r" b="b"/>
                <a:pathLst>
                  <a:path w="1858245" h="1596433" fill="norm" stroke="1" extrusionOk="0">
                    <a:moveTo>
                      <a:pt x="0" y="667311"/>
                    </a:moveTo>
                    <a:cubicBezTo>
                      <a:pt x="0" y="406556"/>
                      <a:pt x="109769" y="169429"/>
                      <a:pt x="285240" y="0"/>
                    </a:cubicBezTo>
                    <a:cubicBezTo>
                      <a:pt x="285240" y="0"/>
                      <a:pt x="1573005" y="0"/>
                      <a:pt x="1573005" y="0"/>
                    </a:cubicBezTo>
                    <a:cubicBezTo>
                      <a:pt x="1748476" y="169429"/>
                      <a:pt x="1858245" y="406556"/>
                      <a:pt x="1858245" y="667311"/>
                    </a:cubicBezTo>
                    <a:cubicBezTo>
                      <a:pt x="1858245" y="1177011"/>
                      <a:pt x="1438825" y="1596433"/>
                      <a:pt x="929122" y="1596433"/>
                    </a:cubicBezTo>
                    <a:cubicBezTo>
                      <a:pt x="419421" y="1596433"/>
                      <a:pt x="0" y="1177011"/>
                      <a:pt x="0" y="667311"/>
                    </a:cubicBezTo>
                    <a:close/>
                  </a:path>
                </a:pathLst>
              </a:custGeom>
              <a:solidFill>
                <a:schemeClr val="bg2">
                  <a:alpha val="4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</p:sp>
          <p:sp>
            <p:nvSpPr>
              <p:cNvPr id="703665312" name=""/>
              <p:cNvSpPr/>
              <p:nvPr/>
            </p:nvSpPr>
            <p:spPr bwMode="auto">
              <a:xfrm rot="0" flipH="0" flipV="0">
                <a:off x="4536585" y="0"/>
                <a:ext cx="1330350" cy="725385"/>
              </a:xfrm>
              <a:custGeom>
                <a:avLst/>
                <a:gdLst/>
                <a:ahLst/>
                <a:cxnLst/>
                <a:rect l="0" t="0" r="r" b="b"/>
                <a:pathLst>
                  <a:path w="1330351" h="725386" fill="norm" stroke="1" extrusionOk="0">
                    <a:moveTo>
                      <a:pt x="0" y="60210"/>
                    </a:moveTo>
                    <a:cubicBezTo>
                      <a:pt x="0" y="39926"/>
                      <a:pt x="927" y="19843"/>
                      <a:pt x="2742" y="0"/>
                    </a:cubicBezTo>
                    <a:cubicBezTo>
                      <a:pt x="2742" y="0"/>
                      <a:pt x="1327608" y="0"/>
                      <a:pt x="1327608" y="0"/>
                    </a:cubicBezTo>
                    <a:cubicBezTo>
                      <a:pt x="1329423" y="19843"/>
                      <a:pt x="1330351" y="39926"/>
                      <a:pt x="1330351" y="60210"/>
                    </a:cubicBezTo>
                    <a:cubicBezTo>
                      <a:pt x="1330351" y="425115"/>
                      <a:pt x="1030080" y="725386"/>
                      <a:pt x="665174" y="725386"/>
                    </a:cubicBezTo>
                    <a:cubicBezTo>
                      <a:pt x="300270" y="725386"/>
                      <a:pt x="0" y="425115"/>
                      <a:pt x="0" y="60210"/>
                    </a:cubicBezTo>
                    <a:close/>
                  </a:path>
                </a:pathLst>
              </a:custGeom>
              <a:solidFill>
                <a:schemeClr val="bg2">
                  <a:alpha val="4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63500" dir="0" sx="120000" sy="120000" algn="ctr" rotWithShape="0">
                  <a:schemeClr val="tx1">
                    <a:alpha val="4000"/>
                  </a:schemeClr>
                </a:outerShdw>
              </a:effectLst>
            </p:spPr>
          </p:sp>
          <p:sp>
            <p:nvSpPr>
              <p:cNvPr id="1187434904" name=""/>
              <p:cNvSpPr/>
              <p:nvPr/>
            </p:nvSpPr>
            <p:spPr bwMode="auto">
              <a:xfrm rot="0" flipH="1" flipV="0">
                <a:off x="1142529" y="4409080"/>
                <a:ext cx="1858244" cy="1858244"/>
              </a:xfrm>
              <a:prstGeom prst="ellipse">
                <a:avLst/>
              </a:prstGeom>
              <a:solidFill>
                <a:schemeClr val="bg2">
                  <a:alpha val="4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432032047" name=""/>
              <p:cNvSpPr/>
              <p:nvPr/>
            </p:nvSpPr>
            <p:spPr bwMode="auto">
              <a:xfrm rot="0" flipH="0" flipV="1">
                <a:off x="0" y="2913183"/>
                <a:ext cx="1456426" cy="1456426"/>
              </a:xfrm>
              <a:prstGeom prst="ellipse">
                <a:avLst/>
              </a:prstGeom>
              <a:solidFill>
                <a:schemeClr val="bg2">
                  <a:alpha val="4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</p:grpSp>
      <p:sp>
        <p:nvSpPr>
          <p:cNvPr id="1083070482" name=""/>
          <p:cNvSpPr/>
          <p:nvPr/>
        </p:nvSpPr>
        <p:spPr bwMode="auto">
          <a:xfrm rot="0" flipH="0" flipV="0">
            <a:off x="1979633" y="0"/>
            <a:ext cx="10233362" cy="6879166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367771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2821347" y="365123"/>
            <a:ext cx="8532450" cy="927216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8020865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821347" y="1427276"/>
            <a:ext cx="8532450" cy="4749684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12233773" name="Footer Placeholder 4"/>
          <p:cNvSpPr>
            <a:spLocks noGrp="1"/>
          </p:cNvSpPr>
          <p:nvPr>
            <p:ph type="ftr" sz="quarter" idx="11"/>
          </p:nvPr>
        </p:nvSpPr>
        <p:spPr bwMode="auto">
          <a:xfrm flipH="0" flipV="0">
            <a:off x="5418182" y="6356349"/>
            <a:ext cx="3338784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1561661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 flipH="0" flipV="0">
            <a:off x="9127943" y="6356349"/>
            <a:ext cx="2225856" cy="365124"/>
          </a:xfrm>
        </p:spPr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438790194" name="Date Placeholder 3"/>
          <p:cNvSpPr>
            <a:spLocks noGrp="1"/>
          </p:cNvSpPr>
          <p:nvPr>
            <p:ph type="dt" sz="half" idx="10"/>
          </p:nvPr>
        </p:nvSpPr>
        <p:spPr bwMode="auto">
          <a:xfrm flipH="0" flipV="0">
            <a:off x="2821348" y="6356349"/>
            <a:ext cx="2225856" cy="365124"/>
          </a:xfrm>
        </p:spPr>
        <p:txBody>
          <a:bodyPr/>
          <a:lstStyle/>
          <a:p>
            <a:pPr>
              <a:defRPr/>
            </a:pPr>
            <a:fld id="{846960F1-6CB6-BFDC-91E7-077EB8A6C43A}" type="datetimeFigureOut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accent5">
            <a:lumMod val="40000"/>
            <a:lumOff val="60000"/>
            <a:alpha val="3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96673499" name=""/>
          <p:cNvGrpSpPr/>
          <p:nvPr/>
        </p:nvGrpSpPr>
        <p:grpSpPr bwMode="auto">
          <a:xfrm flipH="1">
            <a:off x="0" y="0"/>
            <a:ext cx="12191999" cy="6858000"/>
            <a:chOff x="0" y="0"/>
            <a:chExt cx="12191999" cy="6858000"/>
          </a:xfrm>
        </p:grpSpPr>
        <p:grpSp>
          <p:nvGrpSpPr>
            <p:cNvPr id="2042209126" name=""/>
            <p:cNvGrpSpPr/>
            <p:nvPr/>
          </p:nvGrpSpPr>
          <p:grpSpPr bwMode="auto">
            <a:xfrm>
              <a:off x="0" y="0"/>
              <a:ext cx="12191999" cy="6858000"/>
              <a:chOff x="0" y="0"/>
              <a:chExt cx="12191999" cy="6858000"/>
            </a:xfrm>
          </p:grpSpPr>
          <p:sp>
            <p:nvSpPr>
              <p:cNvPr id="1306239918" name=""/>
              <p:cNvSpPr/>
              <p:nvPr/>
            </p:nvSpPr>
            <p:spPr bwMode="auto">
              <a:xfrm rot="0" flipH="0" flipV="0">
                <a:off x="7076161" y="1104129"/>
                <a:ext cx="2325488" cy="2325487"/>
              </a:xfrm>
              <a:prstGeom prst="ellipse">
                <a:avLst/>
              </a:prstGeom>
              <a:solidFill>
                <a:schemeClr val="bg1"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598967857" name=""/>
              <p:cNvSpPr/>
              <p:nvPr/>
            </p:nvSpPr>
            <p:spPr bwMode="auto">
              <a:xfrm rot="0" flipH="0" flipV="0">
                <a:off x="8196913" y="2705957"/>
                <a:ext cx="1822633" cy="1822633"/>
              </a:xfrm>
              <a:prstGeom prst="ellipse">
                <a:avLst/>
              </a:prstGeom>
              <a:solidFill>
                <a:schemeClr val="bg1"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63500" dir="0" sx="120000" sy="120000" algn="ctr" rotWithShape="0">
                  <a:schemeClr val="tx1">
                    <a:alpha val="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723207047" name=""/>
              <p:cNvSpPr/>
              <p:nvPr/>
            </p:nvSpPr>
            <p:spPr bwMode="auto">
              <a:xfrm rot="0" flipH="0" flipV="0">
                <a:off x="3845918" y="2328509"/>
                <a:ext cx="3168677" cy="3168677"/>
              </a:xfrm>
              <a:prstGeom prst="ellipse">
                <a:avLst/>
              </a:prstGeom>
              <a:solidFill>
                <a:schemeClr val="bg1"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75454613" name=""/>
              <p:cNvSpPr/>
              <p:nvPr/>
            </p:nvSpPr>
            <p:spPr bwMode="auto">
              <a:xfrm rot="0" flipH="1" flipV="1">
                <a:off x="10212363" y="395785"/>
                <a:ext cx="1087322" cy="1087322"/>
              </a:xfrm>
              <a:prstGeom prst="ellipse">
                <a:avLst/>
              </a:prstGeom>
              <a:solidFill>
                <a:schemeClr val="bg1"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571016050" name=""/>
              <p:cNvSpPr/>
              <p:nvPr/>
            </p:nvSpPr>
            <p:spPr bwMode="auto">
              <a:xfrm>
                <a:off x="3269261" y="0"/>
                <a:ext cx="1858244" cy="1554510"/>
              </a:xfrm>
              <a:custGeom>
                <a:avLst/>
                <a:gdLst/>
                <a:ahLst/>
                <a:cxnLst/>
                <a:rect l="0" t="0" r="r" b="b"/>
                <a:pathLst>
                  <a:path w="1858246" h="1554512" fill="norm" stroke="1" extrusionOk="0">
                    <a:moveTo>
                      <a:pt x="929123" y="1554512"/>
                    </a:moveTo>
                    <a:cubicBezTo>
                      <a:pt x="419420" y="1554512"/>
                      <a:pt x="0" y="1135090"/>
                      <a:pt x="0" y="625389"/>
                    </a:cubicBezTo>
                    <a:cubicBezTo>
                      <a:pt x="0" y="385485"/>
                      <a:pt x="92915" y="165583"/>
                      <a:pt x="244428" y="0"/>
                    </a:cubicBezTo>
                    <a:cubicBezTo>
                      <a:pt x="244428" y="0"/>
                      <a:pt x="1613817" y="0"/>
                      <a:pt x="1613817" y="0"/>
                    </a:cubicBezTo>
                    <a:cubicBezTo>
                      <a:pt x="1765330" y="165583"/>
                      <a:pt x="1858246" y="385485"/>
                      <a:pt x="1858246" y="625389"/>
                    </a:cubicBezTo>
                    <a:cubicBezTo>
                      <a:pt x="1858246" y="1135090"/>
                      <a:pt x="1438824" y="1554512"/>
                      <a:pt x="929123" y="1554512"/>
                    </a:cubicBezTo>
                    <a:close/>
                  </a:path>
                </a:pathLst>
              </a:custGeom>
              <a:solidFill>
                <a:schemeClr val="bg1"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</p:sp>
          <p:sp>
            <p:nvSpPr>
              <p:cNvPr id="1905007153" name=""/>
              <p:cNvSpPr/>
              <p:nvPr/>
            </p:nvSpPr>
            <p:spPr bwMode="auto">
              <a:xfrm>
                <a:off x="10480350" y="4066716"/>
                <a:ext cx="1711647" cy="1858244"/>
              </a:xfrm>
              <a:custGeom>
                <a:avLst/>
                <a:gdLst/>
                <a:ahLst/>
                <a:cxnLst/>
                <a:rect l="0" t="0" r="r" b="b"/>
                <a:pathLst>
                  <a:path w="1711648" h="1858246" fill="norm" stroke="1" extrusionOk="0">
                    <a:moveTo>
                      <a:pt x="929123" y="1858246"/>
                    </a:moveTo>
                    <a:cubicBezTo>
                      <a:pt x="419420" y="1858246"/>
                      <a:pt x="0" y="1438824"/>
                      <a:pt x="0" y="929123"/>
                    </a:cubicBezTo>
                    <a:cubicBezTo>
                      <a:pt x="0" y="419421"/>
                      <a:pt x="419420" y="0"/>
                      <a:pt x="929123" y="0"/>
                    </a:cubicBezTo>
                    <a:cubicBezTo>
                      <a:pt x="1256064" y="0"/>
                      <a:pt x="1545861" y="172568"/>
                      <a:pt x="1711648" y="430839"/>
                    </a:cubicBezTo>
                    <a:cubicBezTo>
                      <a:pt x="1711648" y="430839"/>
                      <a:pt x="1711648" y="1427406"/>
                      <a:pt x="1711648" y="1427406"/>
                    </a:cubicBezTo>
                    <a:cubicBezTo>
                      <a:pt x="1545861" y="1685677"/>
                      <a:pt x="1256064" y="1858246"/>
                      <a:pt x="929123" y="1858246"/>
                    </a:cubicBezTo>
                    <a:close/>
                  </a:path>
                </a:pathLst>
              </a:custGeom>
              <a:solidFill>
                <a:schemeClr val="bg1"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</p:sp>
          <p:sp>
            <p:nvSpPr>
              <p:cNvPr id="145916696" name=""/>
              <p:cNvSpPr/>
              <p:nvPr/>
            </p:nvSpPr>
            <p:spPr bwMode="auto">
              <a:xfrm>
                <a:off x="0" y="839523"/>
                <a:ext cx="1222125" cy="1456425"/>
              </a:xfrm>
              <a:custGeom>
                <a:avLst/>
                <a:gdLst/>
                <a:ahLst/>
                <a:cxnLst/>
                <a:rect l="0" t="0" r="r" b="b"/>
                <a:pathLst>
                  <a:path w="1222127" h="1456428" fill="norm" stroke="1" extrusionOk="0">
                    <a:moveTo>
                      <a:pt x="493913" y="0"/>
                    </a:moveTo>
                    <a:cubicBezTo>
                      <a:pt x="893400" y="0"/>
                      <a:pt x="1222127" y="328727"/>
                      <a:pt x="1222127" y="728214"/>
                    </a:cubicBezTo>
                    <a:cubicBezTo>
                      <a:pt x="1222127" y="1127700"/>
                      <a:pt x="893400" y="1456428"/>
                      <a:pt x="493913" y="1456428"/>
                    </a:cubicBezTo>
                    <a:cubicBezTo>
                      <a:pt x="304065" y="1456428"/>
                      <a:pt x="130199" y="1382187"/>
                      <a:pt x="0" y="1261393"/>
                    </a:cubicBezTo>
                    <a:cubicBezTo>
                      <a:pt x="0" y="1261393"/>
                      <a:pt x="0" y="195034"/>
                      <a:pt x="0" y="195034"/>
                    </a:cubicBezTo>
                    <a:cubicBezTo>
                      <a:pt x="130199" y="74240"/>
                      <a:pt x="304065" y="0"/>
                      <a:pt x="493913" y="0"/>
                    </a:cubicBezTo>
                    <a:close/>
                  </a:path>
                </a:pathLst>
              </a:custGeom>
              <a:solidFill>
                <a:schemeClr val="bg1"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</p:sp>
          <p:sp>
            <p:nvSpPr>
              <p:cNvPr id="1759451677" name=""/>
              <p:cNvSpPr/>
              <p:nvPr/>
            </p:nvSpPr>
            <p:spPr bwMode="auto">
              <a:xfrm>
                <a:off x="0" y="3599471"/>
                <a:ext cx="1759395" cy="1858243"/>
              </a:xfrm>
              <a:custGeom>
                <a:avLst/>
                <a:gdLst/>
                <a:ahLst/>
                <a:cxnLst/>
                <a:rect l="0" t="0" r="r" b="b"/>
                <a:pathLst>
                  <a:path w="1759397" h="1858245" fill="norm" stroke="1" extrusionOk="0">
                    <a:moveTo>
                      <a:pt x="830275" y="0"/>
                    </a:moveTo>
                    <a:cubicBezTo>
                      <a:pt x="1339976" y="0"/>
                      <a:pt x="1759397" y="419421"/>
                      <a:pt x="1759397" y="929123"/>
                    </a:cubicBezTo>
                    <a:cubicBezTo>
                      <a:pt x="1759397" y="1438825"/>
                      <a:pt x="1339976" y="1858245"/>
                      <a:pt x="830275" y="1858245"/>
                    </a:cubicBezTo>
                    <a:cubicBezTo>
                      <a:pt x="469215" y="1858245"/>
                      <a:pt x="153459" y="1647783"/>
                      <a:pt x="0" y="1343853"/>
                    </a:cubicBezTo>
                    <a:cubicBezTo>
                      <a:pt x="0" y="1343853"/>
                      <a:pt x="0" y="514392"/>
                      <a:pt x="0" y="514392"/>
                    </a:cubicBezTo>
                    <a:cubicBezTo>
                      <a:pt x="153459" y="210462"/>
                      <a:pt x="469215" y="0"/>
                      <a:pt x="830275" y="0"/>
                    </a:cubicBezTo>
                    <a:close/>
                  </a:path>
                </a:pathLst>
              </a:custGeom>
              <a:solidFill>
                <a:schemeClr val="bg1"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</p:sp>
          <p:sp>
            <p:nvSpPr>
              <p:cNvPr id="1955900246" name=""/>
              <p:cNvSpPr/>
              <p:nvPr/>
            </p:nvSpPr>
            <p:spPr bwMode="auto">
              <a:xfrm>
                <a:off x="2227152" y="5497191"/>
                <a:ext cx="1456425" cy="1360809"/>
              </a:xfrm>
              <a:custGeom>
                <a:avLst/>
                <a:gdLst/>
                <a:ahLst/>
                <a:cxnLst/>
                <a:rect l="0" t="0" r="r" b="b"/>
                <a:pathLst>
                  <a:path w="1456426" h="1360809" fill="norm" stroke="1" extrusionOk="0">
                    <a:moveTo>
                      <a:pt x="728213" y="0"/>
                    </a:moveTo>
                    <a:cubicBezTo>
                      <a:pt x="1127699" y="0"/>
                      <a:pt x="1456426" y="328727"/>
                      <a:pt x="1456426" y="728214"/>
                    </a:cubicBezTo>
                    <a:cubicBezTo>
                      <a:pt x="1456427" y="997647"/>
                      <a:pt x="1306895" y="1234893"/>
                      <a:pt x="1086974" y="1360809"/>
                    </a:cubicBezTo>
                    <a:cubicBezTo>
                      <a:pt x="1086974" y="1360809"/>
                      <a:pt x="369452" y="1360809"/>
                      <a:pt x="369452" y="1360809"/>
                    </a:cubicBezTo>
                    <a:cubicBezTo>
                      <a:pt x="149531" y="1234893"/>
                      <a:pt x="0" y="997647"/>
                      <a:pt x="0" y="728214"/>
                    </a:cubicBezTo>
                    <a:cubicBezTo>
                      <a:pt x="0" y="328727"/>
                      <a:pt x="328726" y="0"/>
                      <a:pt x="728213" y="0"/>
                    </a:cubicBezTo>
                    <a:close/>
                  </a:path>
                </a:pathLst>
              </a:custGeom>
              <a:solidFill>
                <a:schemeClr val="bg1"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</p:sp>
        </p:grpSp>
        <p:grpSp>
          <p:nvGrpSpPr>
            <p:cNvPr id="1396607955" name=""/>
            <p:cNvGrpSpPr/>
            <p:nvPr/>
          </p:nvGrpSpPr>
          <p:grpSpPr bwMode="auto">
            <a:xfrm>
              <a:off x="1851003" y="0"/>
              <a:ext cx="9634326" cy="6858000"/>
              <a:chOff x="0" y="0"/>
              <a:chExt cx="9634326" cy="6858000"/>
            </a:xfrm>
          </p:grpSpPr>
          <p:sp>
            <p:nvSpPr>
              <p:cNvPr id="1096466220" name=""/>
              <p:cNvSpPr/>
              <p:nvPr/>
            </p:nvSpPr>
            <p:spPr bwMode="auto">
              <a:xfrm rot="0" flipH="0" flipV="1">
                <a:off x="7308837" y="1779516"/>
                <a:ext cx="2325488" cy="2325487"/>
              </a:xfrm>
              <a:prstGeom prst="ellipse">
                <a:avLst/>
              </a:prstGeom>
              <a:solidFill>
                <a:schemeClr val="bg1"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54918465" name=""/>
              <p:cNvSpPr/>
              <p:nvPr/>
            </p:nvSpPr>
            <p:spPr bwMode="auto">
              <a:xfrm>
                <a:off x="5038031" y="4690923"/>
                <a:ext cx="3168677" cy="2167074"/>
              </a:xfrm>
              <a:custGeom>
                <a:avLst/>
                <a:gdLst/>
                <a:ahLst/>
                <a:cxnLst/>
                <a:rect l="0" t="0" r="r" b="b"/>
                <a:pathLst>
                  <a:path w="3168679" h="2167075" fill="norm" stroke="1" extrusionOk="0">
                    <a:moveTo>
                      <a:pt x="0" y="1584339"/>
                    </a:moveTo>
                    <a:cubicBezTo>
                      <a:pt x="0" y="715195"/>
                      <a:pt x="715197" y="0"/>
                      <a:pt x="1584340" y="0"/>
                    </a:cubicBezTo>
                    <a:cubicBezTo>
                      <a:pt x="2453483" y="0"/>
                      <a:pt x="3168679" y="715195"/>
                      <a:pt x="3168679" y="1584339"/>
                    </a:cubicBezTo>
                    <a:cubicBezTo>
                      <a:pt x="3168679" y="1789639"/>
                      <a:pt x="3128774" y="1986350"/>
                      <a:pt x="3056362" y="2167075"/>
                    </a:cubicBezTo>
                    <a:cubicBezTo>
                      <a:pt x="3056362" y="2167075"/>
                      <a:pt x="112316" y="2167075"/>
                      <a:pt x="112316" y="2167075"/>
                    </a:cubicBezTo>
                    <a:cubicBezTo>
                      <a:pt x="39904" y="1986350"/>
                      <a:pt x="0" y="1789639"/>
                      <a:pt x="0" y="1584339"/>
                    </a:cubicBezTo>
                    <a:close/>
                  </a:path>
                </a:pathLst>
              </a:custGeom>
              <a:solidFill>
                <a:schemeClr val="bg1"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</p:sp>
          <p:sp>
            <p:nvSpPr>
              <p:cNvPr id="1685929071" name=""/>
              <p:cNvSpPr/>
              <p:nvPr/>
            </p:nvSpPr>
            <p:spPr bwMode="auto">
              <a:xfrm rot="0" flipH="1" flipV="0">
                <a:off x="2170731" y="863644"/>
                <a:ext cx="1087322" cy="1087322"/>
              </a:xfrm>
              <a:prstGeom prst="ellipse">
                <a:avLst/>
              </a:prstGeom>
              <a:solidFill>
                <a:schemeClr val="bg1"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178351498" name=""/>
              <p:cNvSpPr/>
              <p:nvPr/>
            </p:nvSpPr>
            <p:spPr bwMode="auto">
              <a:xfrm rot="0" flipH="0" flipV="0">
                <a:off x="135450" y="0"/>
                <a:ext cx="1858243" cy="1596431"/>
              </a:xfrm>
              <a:custGeom>
                <a:avLst/>
                <a:gdLst/>
                <a:ahLst/>
                <a:cxnLst/>
                <a:rect l="0" t="0" r="r" b="b"/>
                <a:pathLst>
                  <a:path w="1858245" h="1596433" fill="norm" stroke="1" extrusionOk="0">
                    <a:moveTo>
                      <a:pt x="0" y="667311"/>
                    </a:moveTo>
                    <a:cubicBezTo>
                      <a:pt x="0" y="406556"/>
                      <a:pt x="109769" y="169429"/>
                      <a:pt x="285240" y="0"/>
                    </a:cubicBezTo>
                    <a:cubicBezTo>
                      <a:pt x="285240" y="0"/>
                      <a:pt x="1573005" y="0"/>
                      <a:pt x="1573005" y="0"/>
                    </a:cubicBezTo>
                    <a:cubicBezTo>
                      <a:pt x="1748476" y="169429"/>
                      <a:pt x="1858245" y="406556"/>
                      <a:pt x="1858245" y="667311"/>
                    </a:cubicBezTo>
                    <a:cubicBezTo>
                      <a:pt x="1858245" y="1177011"/>
                      <a:pt x="1438825" y="1596433"/>
                      <a:pt x="929122" y="1596433"/>
                    </a:cubicBezTo>
                    <a:cubicBezTo>
                      <a:pt x="419421" y="1596433"/>
                      <a:pt x="0" y="1177011"/>
                      <a:pt x="0" y="667311"/>
                    </a:cubicBezTo>
                    <a:close/>
                  </a:path>
                </a:pathLst>
              </a:custGeom>
              <a:solidFill>
                <a:schemeClr val="bg1"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</p:sp>
          <p:sp>
            <p:nvSpPr>
              <p:cNvPr id="203343953" name=""/>
              <p:cNvSpPr/>
              <p:nvPr/>
            </p:nvSpPr>
            <p:spPr bwMode="auto">
              <a:xfrm rot="0" flipH="0" flipV="0">
                <a:off x="4536585" y="0"/>
                <a:ext cx="1330349" cy="725384"/>
              </a:xfrm>
              <a:custGeom>
                <a:avLst/>
                <a:gdLst/>
                <a:ahLst/>
                <a:cxnLst/>
                <a:rect l="0" t="0" r="r" b="b"/>
                <a:pathLst>
                  <a:path w="1330351" h="725386" fill="norm" stroke="1" extrusionOk="0">
                    <a:moveTo>
                      <a:pt x="0" y="60210"/>
                    </a:moveTo>
                    <a:cubicBezTo>
                      <a:pt x="0" y="39926"/>
                      <a:pt x="927" y="19843"/>
                      <a:pt x="2742" y="0"/>
                    </a:cubicBezTo>
                    <a:cubicBezTo>
                      <a:pt x="2742" y="0"/>
                      <a:pt x="1327608" y="0"/>
                      <a:pt x="1327608" y="0"/>
                    </a:cubicBezTo>
                    <a:cubicBezTo>
                      <a:pt x="1329423" y="19843"/>
                      <a:pt x="1330351" y="39926"/>
                      <a:pt x="1330351" y="60210"/>
                    </a:cubicBezTo>
                    <a:cubicBezTo>
                      <a:pt x="1330351" y="425115"/>
                      <a:pt x="1030080" y="725386"/>
                      <a:pt x="665174" y="725386"/>
                    </a:cubicBezTo>
                    <a:cubicBezTo>
                      <a:pt x="300270" y="725386"/>
                      <a:pt x="0" y="425115"/>
                      <a:pt x="0" y="60210"/>
                    </a:cubicBezTo>
                    <a:close/>
                  </a:path>
                </a:pathLst>
              </a:custGeom>
              <a:solidFill>
                <a:schemeClr val="bg1"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63500" dir="0" sx="120000" sy="120000" algn="ctr" rotWithShape="0">
                  <a:schemeClr val="tx1">
                    <a:alpha val="4000"/>
                  </a:schemeClr>
                </a:outerShdw>
              </a:effectLst>
            </p:spPr>
          </p:sp>
          <p:sp>
            <p:nvSpPr>
              <p:cNvPr id="1596875527" name=""/>
              <p:cNvSpPr/>
              <p:nvPr/>
            </p:nvSpPr>
            <p:spPr bwMode="auto">
              <a:xfrm rot="0" flipH="1" flipV="0">
                <a:off x="1142528" y="4409079"/>
                <a:ext cx="1858243" cy="1858243"/>
              </a:xfrm>
              <a:prstGeom prst="ellipse">
                <a:avLst/>
              </a:prstGeom>
              <a:solidFill>
                <a:schemeClr val="bg1"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461285140" name=""/>
              <p:cNvSpPr/>
              <p:nvPr/>
            </p:nvSpPr>
            <p:spPr bwMode="auto">
              <a:xfrm rot="0" flipH="0" flipV="1">
                <a:off x="0" y="2913183"/>
                <a:ext cx="1456425" cy="1456425"/>
              </a:xfrm>
              <a:prstGeom prst="ellipse">
                <a:avLst/>
              </a:prstGeom>
              <a:solidFill>
                <a:schemeClr val="bg1"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</p:grpSp>
      <p:sp>
        <p:nvSpPr>
          <p:cNvPr id="1933570825" name=""/>
          <p:cNvSpPr/>
          <p:nvPr/>
        </p:nvSpPr>
        <p:spPr bwMode="auto">
          <a:xfrm rot="0" flipH="0" flipV="0">
            <a:off x="1979633" y="0"/>
            <a:ext cx="10233362" cy="6879165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5084014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2821347" y="365123"/>
            <a:ext cx="8532450" cy="927216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439337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821347" y="1427275"/>
            <a:ext cx="8532450" cy="4749684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98570564" name="Footer Placeholder 4"/>
          <p:cNvSpPr>
            <a:spLocks noGrp="1"/>
          </p:cNvSpPr>
          <p:nvPr>
            <p:ph type="ftr" sz="quarter" idx="11"/>
          </p:nvPr>
        </p:nvSpPr>
        <p:spPr bwMode="auto">
          <a:xfrm flipH="0" flipV="0">
            <a:off x="5418181" y="6356349"/>
            <a:ext cx="3338784" cy="365123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3533068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 flipH="0" flipV="0">
            <a:off x="9127942" y="6356349"/>
            <a:ext cx="2225855" cy="365123"/>
          </a:xfrm>
        </p:spPr>
        <p:txBody>
          <a:bodyPr/>
          <a:lstStyle/>
          <a:p>
            <a:pPr>
              <a:defRPr/>
            </a:pPr>
            <a:fld id="{81FAD849-4BFC-83BD-29C5-7BC73868D25E}" type="slidenum">
              <a:rPr lang="en-US"/>
              <a:t/>
            </a:fld>
            <a:endParaRPr lang="en-US"/>
          </a:p>
        </p:txBody>
      </p:sp>
      <p:sp>
        <p:nvSpPr>
          <p:cNvPr id="647574682" name="Date Placeholder 3"/>
          <p:cNvSpPr>
            <a:spLocks noGrp="1"/>
          </p:cNvSpPr>
          <p:nvPr>
            <p:ph type="dt" sz="half" idx="10"/>
          </p:nvPr>
        </p:nvSpPr>
        <p:spPr bwMode="auto">
          <a:xfrm flipH="0" flipV="0">
            <a:off x="2821347" y="6356349"/>
            <a:ext cx="2225855" cy="365123"/>
          </a:xfrm>
        </p:spPr>
        <p:txBody>
          <a:bodyPr/>
          <a:lstStyle/>
          <a:p>
            <a:pPr>
              <a:defRPr/>
            </a:pPr>
            <a:fld id="{194EB77E-E3DD-192F-907E-72E658F32F49}" type="datetimeFigureOut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bg2">
            <a:lumMod val="50000"/>
            <a:alpha val="49999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37665748" name=""/>
          <p:cNvGrpSpPr/>
          <p:nvPr/>
        </p:nvGrpSpPr>
        <p:grpSpPr bwMode="auto">
          <a:xfrm>
            <a:off x="0" y="0"/>
            <a:ext cx="12191998" cy="6879165"/>
            <a:chOff x="0" y="0"/>
            <a:chExt cx="12191998" cy="6879165"/>
          </a:xfrm>
        </p:grpSpPr>
        <p:grpSp>
          <p:nvGrpSpPr>
            <p:cNvPr id="603799355" name=""/>
            <p:cNvGrpSpPr/>
            <p:nvPr/>
          </p:nvGrpSpPr>
          <p:grpSpPr bwMode="auto">
            <a:xfrm flipH="0">
              <a:off x="0" y="0"/>
              <a:ext cx="12191998" cy="6858000"/>
              <a:chOff x="0" y="0"/>
              <a:chExt cx="12191998" cy="6858000"/>
            </a:xfrm>
          </p:grpSpPr>
          <p:grpSp>
            <p:nvGrpSpPr>
              <p:cNvPr id="961556835" name=""/>
              <p:cNvGrpSpPr/>
              <p:nvPr/>
            </p:nvGrpSpPr>
            <p:grpSpPr bwMode="auto">
              <a:xfrm>
                <a:off x="0" y="0"/>
                <a:ext cx="12191998" cy="6858000"/>
                <a:chOff x="0" y="0"/>
                <a:chExt cx="12191998" cy="6858000"/>
              </a:xfrm>
            </p:grpSpPr>
            <p:sp>
              <p:nvSpPr>
                <p:cNvPr id="1649129102" name=""/>
                <p:cNvSpPr/>
                <p:nvPr/>
              </p:nvSpPr>
              <p:spPr bwMode="auto">
                <a:xfrm rot="0" flipH="0" flipV="0">
                  <a:off x="7076160" y="1104129"/>
                  <a:ext cx="2325487" cy="2325487"/>
                </a:xfrm>
                <a:prstGeom prst="ellipse">
                  <a:avLst/>
                </a:prstGeom>
                <a:solidFill>
                  <a:schemeClr val="bg2">
                    <a:lumMod val="90000"/>
                    <a:alpha val="30000"/>
                  </a:schemeClr>
                </a:solidFill>
                <a:ln w="12699" cap="flat" cmpd="sng" algn="ctr">
                  <a:noFill/>
                  <a:prstDash val="solid"/>
                  <a:miter lim="800000"/>
                </a:ln>
                <a:effectLst>
                  <a:outerShdw blurRad="50800" dist="50800" dir="0" sx="120000" sy="120000" algn="ctr" rotWithShape="0">
                    <a:schemeClr val="tx1">
                      <a:alpha val="4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43315320" name=""/>
                <p:cNvSpPr/>
                <p:nvPr/>
              </p:nvSpPr>
              <p:spPr bwMode="auto">
                <a:xfrm rot="0" flipH="0" flipV="0">
                  <a:off x="8196912" y="2705957"/>
                  <a:ext cx="1822633" cy="1822633"/>
                </a:xfrm>
                <a:prstGeom prst="ellipse">
                  <a:avLst/>
                </a:prstGeom>
                <a:solidFill>
                  <a:schemeClr val="bg2">
                    <a:lumMod val="90000"/>
                    <a:alpha val="30000"/>
                  </a:schemeClr>
                </a:solidFill>
                <a:ln w="12699" cap="flat" cmpd="sng" algn="ctr">
                  <a:noFill/>
                  <a:prstDash val="solid"/>
                  <a:miter lim="800000"/>
                </a:ln>
                <a:effectLst>
                  <a:outerShdw blurRad="50800" dist="63500" dir="0" sx="120000" sy="120000" algn="ctr" rotWithShape="0">
                    <a:schemeClr val="tx1">
                      <a:alpha val="4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196033638" name=""/>
                <p:cNvSpPr/>
                <p:nvPr/>
              </p:nvSpPr>
              <p:spPr bwMode="auto">
                <a:xfrm rot="0" flipH="0" flipV="0">
                  <a:off x="3845918" y="2328509"/>
                  <a:ext cx="3168677" cy="3168677"/>
                </a:xfrm>
                <a:prstGeom prst="ellipse">
                  <a:avLst/>
                </a:prstGeom>
                <a:solidFill>
                  <a:schemeClr val="bg2">
                    <a:lumMod val="90000"/>
                    <a:alpha val="30000"/>
                  </a:schemeClr>
                </a:solidFill>
                <a:ln w="12699" cap="flat" cmpd="sng" algn="ctr">
                  <a:noFill/>
                  <a:prstDash val="solid"/>
                  <a:miter lim="800000"/>
                </a:ln>
                <a:effectLst>
                  <a:outerShdw blurRad="50800" dist="50800" dir="0" sx="120000" sy="120000" algn="ctr" rotWithShape="0">
                    <a:schemeClr val="tx1">
                      <a:alpha val="4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523605964" name=""/>
                <p:cNvSpPr/>
                <p:nvPr/>
              </p:nvSpPr>
              <p:spPr bwMode="auto">
                <a:xfrm rot="0" flipH="1" flipV="1">
                  <a:off x="10212363" y="395785"/>
                  <a:ext cx="1087322" cy="1087322"/>
                </a:xfrm>
                <a:prstGeom prst="ellipse">
                  <a:avLst/>
                </a:prstGeom>
                <a:solidFill>
                  <a:schemeClr val="bg2">
                    <a:lumMod val="90000"/>
                    <a:alpha val="30000"/>
                  </a:schemeClr>
                </a:solidFill>
                <a:ln w="12699" cap="flat" cmpd="sng" algn="ctr">
                  <a:noFill/>
                  <a:prstDash val="solid"/>
                  <a:miter lim="800000"/>
                </a:ln>
                <a:effectLst>
                  <a:outerShdw blurRad="50800" dist="50800" dir="0" sx="120000" sy="120000" algn="ctr" rotWithShape="0">
                    <a:schemeClr val="tx1">
                      <a:alpha val="4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17146529" name=""/>
                <p:cNvSpPr/>
                <p:nvPr/>
              </p:nvSpPr>
              <p:spPr bwMode="auto">
                <a:xfrm>
                  <a:off x="3269261" y="0"/>
                  <a:ext cx="1858244" cy="155451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858246" h="1554512" fill="norm" stroke="1" extrusionOk="0">
                      <a:moveTo>
                        <a:pt x="929123" y="1554512"/>
                      </a:moveTo>
                      <a:cubicBezTo>
                        <a:pt x="419420" y="1554512"/>
                        <a:pt x="0" y="1135090"/>
                        <a:pt x="0" y="625389"/>
                      </a:cubicBezTo>
                      <a:cubicBezTo>
                        <a:pt x="0" y="385485"/>
                        <a:pt x="92915" y="165583"/>
                        <a:pt x="244428" y="0"/>
                      </a:cubicBezTo>
                      <a:cubicBezTo>
                        <a:pt x="244428" y="0"/>
                        <a:pt x="1613817" y="0"/>
                        <a:pt x="1613817" y="0"/>
                      </a:cubicBezTo>
                      <a:cubicBezTo>
                        <a:pt x="1765330" y="165583"/>
                        <a:pt x="1858246" y="385485"/>
                        <a:pt x="1858246" y="625389"/>
                      </a:cubicBezTo>
                      <a:cubicBezTo>
                        <a:pt x="1858246" y="1135090"/>
                        <a:pt x="1438824" y="1554512"/>
                        <a:pt x="929123" y="1554512"/>
                      </a:cubicBezTo>
                      <a:close/>
                    </a:path>
                  </a:pathLst>
                </a:custGeom>
                <a:solidFill>
                  <a:schemeClr val="bg2">
                    <a:lumMod val="90000"/>
                    <a:alpha val="30000"/>
                  </a:schemeClr>
                </a:solidFill>
                <a:ln w="12699" cap="flat" cmpd="sng" algn="ctr">
                  <a:noFill/>
                  <a:prstDash val="solid"/>
                  <a:miter lim="800000"/>
                </a:ln>
                <a:effectLst>
                  <a:outerShdw blurRad="50800" dist="50800" dir="0" sx="120000" sy="120000" algn="ctr" rotWithShape="0">
                    <a:schemeClr val="tx1">
                      <a:alpha val="4000"/>
                    </a:schemeClr>
                  </a:outerShdw>
                </a:effectLst>
              </p:spPr>
            </p:sp>
            <p:sp>
              <p:nvSpPr>
                <p:cNvPr id="147797299" name=""/>
                <p:cNvSpPr/>
                <p:nvPr/>
              </p:nvSpPr>
              <p:spPr bwMode="auto">
                <a:xfrm>
                  <a:off x="10480350" y="4066716"/>
                  <a:ext cx="1711647" cy="185824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711648" h="1858246" fill="norm" stroke="1" extrusionOk="0">
                      <a:moveTo>
                        <a:pt x="929123" y="1858246"/>
                      </a:moveTo>
                      <a:cubicBezTo>
                        <a:pt x="419420" y="1858246"/>
                        <a:pt x="0" y="1438824"/>
                        <a:pt x="0" y="929123"/>
                      </a:cubicBezTo>
                      <a:cubicBezTo>
                        <a:pt x="0" y="419421"/>
                        <a:pt x="419420" y="0"/>
                        <a:pt x="929123" y="0"/>
                      </a:cubicBezTo>
                      <a:cubicBezTo>
                        <a:pt x="1256064" y="0"/>
                        <a:pt x="1545861" y="172568"/>
                        <a:pt x="1711648" y="430839"/>
                      </a:cubicBezTo>
                      <a:cubicBezTo>
                        <a:pt x="1711648" y="430839"/>
                        <a:pt x="1711648" y="1427406"/>
                        <a:pt x="1711648" y="1427406"/>
                      </a:cubicBezTo>
                      <a:cubicBezTo>
                        <a:pt x="1545861" y="1685677"/>
                        <a:pt x="1256064" y="1858246"/>
                        <a:pt x="929123" y="1858246"/>
                      </a:cubicBezTo>
                      <a:close/>
                    </a:path>
                  </a:pathLst>
                </a:custGeom>
                <a:solidFill>
                  <a:schemeClr val="bg2">
                    <a:lumMod val="90000"/>
                    <a:alpha val="30000"/>
                  </a:schemeClr>
                </a:solidFill>
                <a:ln w="12699" cap="flat" cmpd="sng" algn="ctr">
                  <a:noFill/>
                  <a:prstDash val="solid"/>
                  <a:miter lim="800000"/>
                </a:ln>
                <a:effectLst>
                  <a:outerShdw blurRad="50800" dist="50800" dir="0" sx="120000" sy="120000" algn="ctr" rotWithShape="0">
                    <a:schemeClr val="tx1">
                      <a:alpha val="4000"/>
                    </a:schemeClr>
                  </a:outerShdw>
                </a:effectLst>
              </p:spPr>
            </p:sp>
            <p:sp>
              <p:nvSpPr>
                <p:cNvPr id="1295505753" name=""/>
                <p:cNvSpPr/>
                <p:nvPr/>
              </p:nvSpPr>
              <p:spPr bwMode="auto">
                <a:xfrm>
                  <a:off x="0" y="839523"/>
                  <a:ext cx="1222125" cy="145642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222127" h="1456428" fill="norm" stroke="1" extrusionOk="0">
                      <a:moveTo>
                        <a:pt x="493913" y="0"/>
                      </a:moveTo>
                      <a:cubicBezTo>
                        <a:pt x="893400" y="0"/>
                        <a:pt x="1222127" y="328727"/>
                        <a:pt x="1222127" y="728214"/>
                      </a:cubicBezTo>
                      <a:cubicBezTo>
                        <a:pt x="1222127" y="1127700"/>
                        <a:pt x="893400" y="1456428"/>
                        <a:pt x="493913" y="1456428"/>
                      </a:cubicBezTo>
                      <a:cubicBezTo>
                        <a:pt x="304065" y="1456428"/>
                        <a:pt x="130199" y="1382187"/>
                        <a:pt x="0" y="1261393"/>
                      </a:cubicBezTo>
                      <a:cubicBezTo>
                        <a:pt x="0" y="1261393"/>
                        <a:pt x="0" y="195034"/>
                        <a:pt x="0" y="195034"/>
                      </a:cubicBezTo>
                      <a:cubicBezTo>
                        <a:pt x="130199" y="74240"/>
                        <a:pt x="304065" y="0"/>
                        <a:pt x="493913" y="0"/>
                      </a:cubicBezTo>
                      <a:close/>
                    </a:path>
                  </a:pathLst>
                </a:custGeom>
                <a:solidFill>
                  <a:schemeClr val="bg2">
                    <a:lumMod val="90000"/>
                    <a:alpha val="30000"/>
                  </a:schemeClr>
                </a:solidFill>
                <a:ln w="12699" cap="flat" cmpd="sng" algn="ctr">
                  <a:noFill/>
                  <a:prstDash val="solid"/>
                  <a:miter lim="800000"/>
                </a:ln>
                <a:effectLst>
                  <a:outerShdw blurRad="50800" dist="50800" dir="0" sx="120000" sy="120000" algn="ctr" rotWithShape="0">
                    <a:schemeClr val="tx1">
                      <a:alpha val="4000"/>
                    </a:schemeClr>
                  </a:outerShdw>
                </a:effectLst>
              </p:spPr>
            </p:sp>
            <p:sp>
              <p:nvSpPr>
                <p:cNvPr id="1347795699" name=""/>
                <p:cNvSpPr/>
                <p:nvPr/>
              </p:nvSpPr>
              <p:spPr bwMode="auto">
                <a:xfrm>
                  <a:off x="0" y="3599471"/>
                  <a:ext cx="1759395" cy="185824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759397" h="1858245" fill="norm" stroke="1" extrusionOk="0">
                      <a:moveTo>
                        <a:pt x="830275" y="0"/>
                      </a:moveTo>
                      <a:cubicBezTo>
                        <a:pt x="1339976" y="0"/>
                        <a:pt x="1759397" y="419421"/>
                        <a:pt x="1759397" y="929123"/>
                      </a:cubicBezTo>
                      <a:cubicBezTo>
                        <a:pt x="1759397" y="1438825"/>
                        <a:pt x="1339976" y="1858245"/>
                        <a:pt x="830275" y="1858245"/>
                      </a:cubicBezTo>
                      <a:cubicBezTo>
                        <a:pt x="469215" y="1858245"/>
                        <a:pt x="153459" y="1647783"/>
                        <a:pt x="0" y="1343853"/>
                      </a:cubicBezTo>
                      <a:cubicBezTo>
                        <a:pt x="0" y="1343853"/>
                        <a:pt x="0" y="514392"/>
                        <a:pt x="0" y="514392"/>
                      </a:cubicBezTo>
                      <a:cubicBezTo>
                        <a:pt x="153459" y="210462"/>
                        <a:pt x="469215" y="0"/>
                        <a:pt x="830275" y="0"/>
                      </a:cubicBezTo>
                      <a:close/>
                    </a:path>
                  </a:pathLst>
                </a:custGeom>
                <a:solidFill>
                  <a:schemeClr val="bg2">
                    <a:lumMod val="90000"/>
                    <a:alpha val="30000"/>
                  </a:schemeClr>
                </a:solidFill>
                <a:ln w="12699" cap="flat" cmpd="sng" algn="ctr">
                  <a:noFill/>
                  <a:prstDash val="solid"/>
                  <a:miter lim="800000"/>
                </a:ln>
                <a:effectLst>
                  <a:outerShdw blurRad="50800" dist="50800" dir="0" sx="120000" sy="120000" algn="ctr" rotWithShape="0">
                    <a:schemeClr val="tx1">
                      <a:alpha val="4000"/>
                    </a:schemeClr>
                  </a:outerShdw>
                </a:effectLst>
              </p:spPr>
            </p:sp>
            <p:sp>
              <p:nvSpPr>
                <p:cNvPr id="1586038230" name=""/>
                <p:cNvSpPr/>
                <p:nvPr/>
              </p:nvSpPr>
              <p:spPr bwMode="auto">
                <a:xfrm>
                  <a:off x="2227152" y="5497191"/>
                  <a:ext cx="1456424" cy="136080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456426" h="1360809" fill="norm" stroke="1" extrusionOk="0">
                      <a:moveTo>
                        <a:pt x="728213" y="0"/>
                      </a:moveTo>
                      <a:cubicBezTo>
                        <a:pt x="1127699" y="0"/>
                        <a:pt x="1456426" y="328727"/>
                        <a:pt x="1456426" y="728214"/>
                      </a:cubicBezTo>
                      <a:cubicBezTo>
                        <a:pt x="1456427" y="997647"/>
                        <a:pt x="1306895" y="1234893"/>
                        <a:pt x="1086974" y="1360809"/>
                      </a:cubicBezTo>
                      <a:cubicBezTo>
                        <a:pt x="1086974" y="1360809"/>
                        <a:pt x="369452" y="1360809"/>
                        <a:pt x="369452" y="1360809"/>
                      </a:cubicBezTo>
                      <a:cubicBezTo>
                        <a:pt x="149531" y="1234893"/>
                        <a:pt x="0" y="997647"/>
                        <a:pt x="0" y="728214"/>
                      </a:cubicBezTo>
                      <a:cubicBezTo>
                        <a:pt x="0" y="328727"/>
                        <a:pt x="328726" y="0"/>
                        <a:pt x="728213" y="0"/>
                      </a:cubicBezTo>
                      <a:close/>
                    </a:path>
                  </a:pathLst>
                </a:custGeom>
                <a:solidFill>
                  <a:schemeClr val="bg2">
                    <a:lumMod val="90000"/>
                    <a:alpha val="30000"/>
                  </a:schemeClr>
                </a:solidFill>
                <a:ln w="12699" cap="flat" cmpd="sng" algn="ctr">
                  <a:noFill/>
                  <a:prstDash val="solid"/>
                  <a:miter lim="800000"/>
                </a:ln>
                <a:effectLst>
                  <a:outerShdw blurRad="50800" dist="50800" dir="0" sx="120000" sy="120000" algn="ctr" rotWithShape="0">
                    <a:schemeClr val="tx1">
                      <a:alpha val="4000"/>
                    </a:schemeClr>
                  </a:outerShdw>
                </a:effectLst>
              </p:spPr>
            </p:sp>
          </p:grpSp>
          <p:grpSp>
            <p:nvGrpSpPr>
              <p:cNvPr id="896595864" name=""/>
              <p:cNvGrpSpPr/>
              <p:nvPr/>
            </p:nvGrpSpPr>
            <p:grpSpPr bwMode="auto">
              <a:xfrm>
                <a:off x="1851003" y="0"/>
                <a:ext cx="9634325" cy="6858000"/>
                <a:chOff x="0" y="0"/>
                <a:chExt cx="9634325" cy="6858000"/>
              </a:xfrm>
            </p:grpSpPr>
            <p:sp>
              <p:nvSpPr>
                <p:cNvPr id="527396232" name=""/>
                <p:cNvSpPr/>
                <p:nvPr/>
              </p:nvSpPr>
              <p:spPr bwMode="auto">
                <a:xfrm rot="0" flipH="0" flipV="1">
                  <a:off x="7308837" y="1779516"/>
                  <a:ext cx="2325487" cy="2325487"/>
                </a:xfrm>
                <a:prstGeom prst="ellipse">
                  <a:avLst/>
                </a:prstGeom>
                <a:solidFill>
                  <a:schemeClr val="bg2">
                    <a:alpha val="40000"/>
                  </a:schemeClr>
                </a:solidFill>
                <a:ln w="12699" cap="flat" cmpd="sng" algn="ctr">
                  <a:noFill/>
                  <a:prstDash val="solid"/>
                  <a:miter lim="800000"/>
                </a:ln>
                <a:effectLst>
                  <a:outerShdw blurRad="50800" dist="50800" dir="0" sx="120000" sy="120000" algn="ctr" rotWithShape="0">
                    <a:schemeClr val="tx1">
                      <a:alpha val="4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346974234" name=""/>
                <p:cNvSpPr/>
                <p:nvPr/>
              </p:nvSpPr>
              <p:spPr bwMode="auto">
                <a:xfrm>
                  <a:off x="5038031" y="4690923"/>
                  <a:ext cx="3168677" cy="216707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168679" h="2167075" fill="norm" stroke="1" extrusionOk="0">
                      <a:moveTo>
                        <a:pt x="0" y="1584339"/>
                      </a:moveTo>
                      <a:cubicBezTo>
                        <a:pt x="0" y="715195"/>
                        <a:pt x="715197" y="0"/>
                        <a:pt x="1584340" y="0"/>
                      </a:cubicBezTo>
                      <a:cubicBezTo>
                        <a:pt x="2453483" y="0"/>
                        <a:pt x="3168679" y="715195"/>
                        <a:pt x="3168679" y="1584339"/>
                      </a:cubicBezTo>
                      <a:cubicBezTo>
                        <a:pt x="3168679" y="1789639"/>
                        <a:pt x="3128774" y="1986350"/>
                        <a:pt x="3056362" y="2167075"/>
                      </a:cubicBezTo>
                      <a:cubicBezTo>
                        <a:pt x="3056362" y="2167075"/>
                        <a:pt x="112316" y="2167075"/>
                        <a:pt x="112316" y="2167075"/>
                      </a:cubicBezTo>
                      <a:cubicBezTo>
                        <a:pt x="39904" y="1986350"/>
                        <a:pt x="0" y="1789639"/>
                        <a:pt x="0" y="1584339"/>
                      </a:cubicBezTo>
                      <a:close/>
                    </a:path>
                  </a:pathLst>
                </a:custGeom>
                <a:solidFill>
                  <a:schemeClr val="bg2">
                    <a:alpha val="40000"/>
                  </a:schemeClr>
                </a:solidFill>
                <a:ln w="12699" cap="flat" cmpd="sng" algn="ctr">
                  <a:noFill/>
                  <a:prstDash val="solid"/>
                  <a:miter lim="800000"/>
                </a:ln>
                <a:effectLst>
                  <a:outerShdw blurRad="50800" dist="50800" dir="0" sx="120000" sy="120000" algn="ctr" rotWithShape="0">
                    <a:schemeClr val="tx1">
                      <a:alpha val="4000"/>
                    </a:schemeClr>
                  </a:outerShdw>
                </a:effectLst>
              </p:spPr>
            </p:sp>
            <p:sp>
              <p:nvSpPr>
                <p:cNvPr id="1992493305" name=""/>
                <p:cNvSpPr/>
                <p:nvPr/>
              </p:nvSpPr>
              <p:spPr bwMode="auto">
                <a:xfrm rot="0" flipH="1" flipV="0">
                  <a:off x="2170731" y="863644"/>
                  <a:ext cx="1087322" cy="1087322"/>
                </a:xfrm>
                <a:prstGeom prst="ellipse">
                  <a:avLst/>
                </a:prstGeom>
                <a:solidFill>
                  <a:schemeClr val="bg2">
                    <a:alpha val="40000"/>
                  </a:schemeClr>
                </a:solidFill>
                <a:ln w="12699" cap="flat" cmpd="sng" algn="ctr">
                  <a:noFill/>
                  <a:prstDash val="solid"/>
                  <a:miter lim="800000"/>
                </a:ln>
                <a:effectLst>
                  <a:outerShdw blurRad="50800" dist="50800" dir="0" sx="120000" sy="120000" algn="ctr" rotWithShape="0">
                    <a:schemeClr val="tx1">
                      <a:alpha val="4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551104130" name=""/>
                <p:cNvSpPr/>
                <p:nvPr/>
              </p:nvSpPr>
              <p:spPr bwMode="auto">
                <a:xfrm rot="0" flipH="0" flipV="0">
                  <a:off x="135450" y="0"/>
                  <a:ext cx="1858243" cy="159643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858245" h="1596433" fill="norm" stroke="1" extrusionOk="0">
                      <a:moveTo>
                        <a:pt x="0" y="667311"/>
                      </a:moveTo>
                      <a:cubicBezTo>
                        <a:pt x="0" y="406556"/>
                        <a:pt x="109769" y="169429"/>
                        <a:pt x="285240" y="0"/>
                      </a:cubicBezTo>
                      <a:cubicBezTo>
                        <a:pt x="285240" y="0"/>
                        <a:pt x="1573005" y="0"/>
                        <a:pt x="1573005" y="0"/>
                      </a:cubicBezTo>
                      <a:cubicBezTo>
                        <a:pt x="1748476" y="169429"/>
                        <a:pt x="1858245" y="406556"/>
                        <a:pt x="1858245" y="667311"/>
                      </a:cubicBezTo>
                      <a:cubicBezTo>
                        <a:pt x="1858245" y="1177011"/>
                        <a:pt x="1438825" y="1596433"/>
                        <a:pt x="929122" y="1596433"/>
                      </a:cubicBezTo>
                      <a:cubicBezTo>
                        <a:pt x="419421" y="1596433"/>
                        <a:pt x="0" y="1177011"/>
                        <a:pt x="0" y="667311"/>
                      </a:cubicBezTo>
                      <a:close/>
                    </a:path>
                  </a:pathLst>
                </a:custGeom>
                <a:solidFill>
                  <a:schemeClr val="bg2">
                    <a:alpha val="40000"/>
                  </a:schemeClr>
                </a:solidFill>
                <a:ln w="12699" cap="flat" cmpd="sng" algn="ctr">
                  <a:noFill/>
                  <a:prstDash val="solid"/>
                  <a:miter lim="800000"/>
                </a:ln>
                <a:effectLst>
                  <a:outerShdw blurRad="50800" dist="50800" dir="0" sx="120000" sy="120000" algn="ctr" rotWithShape="0">
                    <a:schemeClr val="tx1">
                      <a:alpha val="4000"/>
                    </a:schemeClr>
                  </a:outerShdw>
                </a:effectLst>
              </p:spPr>
            </p:sp>
            <p:sp>
              <p:nvSpPr>
                <p:cNvPr id="1365027126" name=""/>
                <p:cNvSpPr/>
                <p:nvPr/>
              </p:nvSpPr>
              <p:spPr bwMode="auto">
                <a:xfrm rot="0" flipH="0" flipV="0">
                  <a:off x="4536585" y="0"/>
                  <a:ext cx="1330349" cy="72538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330351" h="725386" fill="norm" stroke="1" extrusionOk="0">
                      <a:moveTo>
                        <a:pt x="0" y="60210"/>
                      </a:moveTo>
                      <a:cubicBezTo>
                        <a:pt x="0" y="39926"/>
                        <a:pt x="927" y="19843"/>
                        <a:pt x="2742" y="0"/>
                      </a:cubicBezTo>
                      <a:cubicBezTo>
                        <a:pt x="2742" y="0"/>
                        <a:pt x="1327608" y="0"/>
                        <a:pt x="1327608" y="0"/>
                      </a:cubicBezTo>
                      <a:cubicBezTo>
                        <a:pt x="1329423" y="19843"/>
                        <a:pt x="1330351" y="39926"/>
                        <a:pt x="1330351" y="60210"/>
                      </a:cubicBezTo>
                      <a:cubicBezTo>
                        <a:pt x="1330351" y="425115"/>
                        <a:pt x="1030080" y="725386"/>
                        <a:pt x="665174" y="725386"/>
                      </a:cubicBezTo>
                      <a:cubicBezTo>
                        <a:pt x="300270" y="725386"/>
                        <a:pt x="0" y="425115"/>
                        <a:pt x="0" y="60210"/>
                      </a:cubicBezTo>
                      <a:close/>
                    </a:path>
                  </a:pathLst>
                </a:custGeom>
                <a:solidFill>
                  <a:schemeClr val="bg2">
                    <a:alpha val="40000"/>
                  </a:schemeClr>
                </a:solidFill>
                <a:ln w="12699" cap="flat" cmpd="sng" algn="ctr">
                  <a:noFill/>
                  <a:prstDash val="solid"/>
                  <a:miter lim="800000"/>
                </a:ln>
                <a:effectLst>
                  <a:outerShdw blurRad="50800" dist="63500" dir="0" sx="120000" sy="120000" algn="ctr" rotWithShape="0">
                    <a:schemeClr val="tx1">
                      <a:alpha val="4000"/>
                    </a:schemeClr>
                  </a:outerShdw>
                </a:effectLst>
              </p:spPr>
            </p:sp>
            <p:sp>
              <p:nvSpPr>
                <p:cNvPr id="245503937" name=""/>
                <p:cNvSpPr/>
                <p:nvPr/>
              </p:nvSpPr>
              <p:spPr bwMode="auto">
                <a:xfrm rot="0" flipH="1" flipV="0">
                  <a:off x="1142528" y="4409079"/>
                  <a:ext cx="1858243" cy="1858243"/>
                </a:xfrm>
                <a:prstGeom prst="ellipse">
                  <a:avLst/>
                </a:prstGeom>
                <a:solidFill>
                  <a:schemeClr val="bg2">
                    <a:alpha val="40000"/>
                  </a:schemeClr>
                </a:solidFill>
                <a:ln w="12699" cap="flat" cmpd="sng" algn="ctr">
                  <a:noFill/>
                  <a:prstDash val="solid"/>
                  <a:miter lim="800000"/>
                </a:ln>
                <a:effectLst>
                  <a:outerShdw blurRad="50800" dist="50800" dir="0" sx="120000" sy="120000" algn="ctr" rotWithShape="0">
                    <a:schemeClr val="tx1">
                      <a:alpha val="4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  <p:sp>
              <p:nvSpPr>
                <p:cNvPr id="2112035657" name=""/>
                <p:cNvSpPr/>
                <p:nvPr/>
              </p:nvSpPr>
              <p:spPr bwMode="auto">
                <a:xfrm rot="0" flipH="0" flipV="1">
                  <a:off x="0" y="2913183"/>
                  <a:ext cx="1456425" cy="1456425"/>
                </a:xfrm>
                <a:prstGeom prst="ellipse">
                  <a:avLst/>
                </a:prstGeom>
                <a:solidFill>
                  <a:schemeClr val="bg2">
                    <a:alpha val="40000"/>
                  </a:schemeClr>
                </a:solidFill>
                <a:ln w="12699" cap="flat" cmpd="sng" algn="ctr">
                  <a:noFill/>
                  <a:prstDash val="solid"/>
                  <a:miter lim="800000"/>
                </a:ln>
                <a:effectLst>
                  <a:outerShdw blurRad="50800" dist="50800" dir="0" sx="120000" sy="120000" algn="ctr" rotWithShape="0">
                    <a:schemeClr val="tx1">
                      <a:alpha val="4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sp>
          </p:grpSp>
        </p:grpSp>
        <p:sp>
          <p:nvSpPr>
            <p:cNvPr id="424990058" name=""/>
            <p:cNvSpPr/>
            <p:nvPr/>
          </p:nvSpPr>
          <p:spPr bwMode="auto">
            <a:xfrm rot="0" flipH="0" flipV="0">
              <a:off x="0" y="0"/>
              <a:ext cx="10233362" cy="6879165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4887077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365124"/>
            <a:ext cx="8532450" cy="927214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0437354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1427276"/>
            <a:ext cx="8532450" cy="4749685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63483364" name="Footer Placeholder 4"/>
          <p:cNvSpPr>
            <a:spLocks noGrp="1"/>
          </p:cNvSpPr>
          <p:nvPr>
            <p:ph type="ftr" sz="quarter" idx="11"/>
          </p:nvPr>
        </p:nvSpPr>
        <p:spPr bwMode="auto">
          <a:xfrm flipH="0" flipV="0">
            <a:off x="3435032" y="6356349"/>
            <a:ext cx="3338784" cy="365123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6074855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 flipH="0" flipV="0">
            <a:off x="7144794" y="6356349"/>
            <a:ext cx="2225855" cy="365123"/>
          </a:xfrm>
        </p:spPr>
        <p:txBody>
          <a:bodyPr/>
          <a:lstStyle/>
          <a:p>
            <a:pPr>
              <a:defRPr/>
            </a:pPr>
            <a:fld id="{E86B9101-8206-3F9D-7D4C-83A784670D18}" type="slidenum">
              <a:rPr lang="en-US"/>
              <a:t/>
            </a:fld>
            <a:endParaRPr lang="en-US"/>
          </a:p>
        </p:txBody>
      </p:sp>
      <p:sp>
        <p:nvSpPr>
          <p:cNvPr id="1091007133" name="Date Placeholder 3"/>
          <p:cNvSpPr>
            <a:spLocks noGrp="1"/>
          </p:cNvSpPr>
          <p:nvPr>
            <p:ph type="dt" sz="half" idx="10"/>
          </p:nvPr>
        </p:nvSpPr>
        <p:spPr bwMode="auto">
          <a:xfrm flipH="0" flipV="0">
            <a:off x="838198" y="6356349"/>
            <a:ext cx="2225855" cy="365123"/>
          </a:xfrm>
        </p:spPr>
        <p:txBody>
          <a:bodyPr/>
          <a:lstStyle/>
          <a:p>
            <a:pPr>
              <a:defRPr/>
            </a:pPr>
            <a:fld id="{E0C7E9E3-EC69-A1FC-3C25-A6A686E37071}" type="datetimeFigureOut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solidFill>
          <a:schemeClr val="accent5">
            <a:lumMod val="40000"/>
            <a:lumOff val="60000"/>
            <a:alpha val="3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88526271" name=""/>
          <p:cNvGrpSpPr/>
          <p:nvPr/>
        </p:nvGrpSpPr>
        <p:grpSpPr bwMode="auto">
          <a:xfrm rot="0" flipH="0" flipV="0">
            <a:off x="0" y="0"/>
            <a:ext cx="12191999" cy="6858000"/>
            <a:chOff x="0" y="0"/>
            <a:chExt cx="12191999" cy="6858000"/>
          </a:xfrm>
        </p:grpSpPr>
        <p:grpSp>
          <p:nvGrpSpPr>
            <p:cNvPr id="1046790656" name=""/>
            <p:cNvGrpSpPr/>
            <p:nvPr/>
          </p:nvGrpSpPr>
          <p:grpSpPr bwMode="auto">
            <a:xfrm>
              <a:off x="0" y="0"/>
              <a:ext cx="12191999" cy="6858000"/>
              <a:chOff x="0" y="0"/>
              <a:chExt cx="12191999" cy="6858000"/>
            </a:xfrm>
          </p:grpSpPr>
          <p:sp>
            <p:nvSpPr>
              <p:cNvPr id="1809500143" name=""/>
              <p:cNvSpPr/>
              <p:nvPr/>
            </p:nvSpPr>
            <p:spPr bwMode="auto">
              <a:xfrm rot="0" flipH="0" flipV="0">
                <a:off x="7076161" y="1104129"/>
                <a:ext cx="2325488" cy="2325487"/>
              </a:xfrm>
              <a:prstGeom prst="ellipse">
                <a:avLst/>
              </a:prstGeom>
              <a:solidFill>
                <a:schemeClr val="bg1"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104571478" name=""/>
              <p:cNvSpPr/>
              <p:nvPr/>
            </p:nvSpPr>
            <p:spPr bwMode="auto">
              <a:xfrm rot="0" flipH="0" flipV="0">
                <a:off x="8196913" y="2705957"/>
                <a:ext cx="1822633" cy="1822633"/>
              </a:xfrm>
              <a:prstGeom prst="ellipse">
                <a:avLst/>
              </a:prstGeom>
              <a:solidFill>
                <a:schemeClr val="bg1"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63500" dir="0" sx="120000" sy="120000" algn="ctr" rotWithShape="0">
                  <a:schemeClr val="tx1">
                    <a:alpha val="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135118427" name=""/>
              <p:cNvSpPr/>
              <p:nvPr/>
            </p:nvSpPr>
            <p:spPr bwMode="auto">
              <a:xfrm rot="0" flipH="0" flipV="0">
                <a:off x="3845918" y="2328509"/>
                <a:ext cx="3168677" cy="3168677"/>
              </a:xfrm>
              <a:prstGeom prst="ellipse">
                <a:avLst/>
              </a:prstGeom>
              <a:solidFill>
                <a:schemeClr val="bg1"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732851110" name=""/>
              <p:cNvSpPr/>
              <p:nvPr/>
            </p:nvSpPr>
            <p:spPr bwMode="auto">
              <a:xfrm rot="0" flipH="1" flipV="1">
                <a:off x="10212363" y="395785"/>
                <a:ext cx="1087322" cy="1087322"/>
              </a:xfrm>
              <a:prstGeom prst="ellipse">
                <a:avLst/>
              </a:prstGeom>
              <a:solidFill>
                <a:schemeClr val="bg1"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771195244" name=""/>
              <p:cNvSpPr/>
              <p:nvPr/>
            </p:nvSpPr>
            <p:spPr bwMode="auto">
              <a:xfrm>
                <a:off x="3269261" y="0"/>
                <a:ext cx="1858244" cy="1554510"/>
              </a:xfrm>
              <a:custGeom>
                <a:avLst/>
                <a:gdLst/>
                <a:ahLst/>
                <a:cxnLst/>
                <a:rect l="0" t="0" r="r" b="b"/>
                <a:pathLst>
                  <a:path w="1858246" h="1554512" fill="norm" stroke="1" extrusionOk="0">
                    <a:moveTo>
                      <a:pt x="929123" y="1554512"/>
                    </a:moveTo>
                    <a:cubicBezTo>
                      <a:pt x="419420" y="1554512"/>
                      <a:pt x="0" y="1135090"/>
                      <a:pt x="0" y="625389"/>
                    </a:cubicBezTo>
                    <a:cubicBezTo>
                      <a:pt x="0" y="385485"/>
                      <a:pt x="92915" y="165583"/>
                      <a:pt x="244428" y="0"/>
                    </a:cubicBezTo>
                    <a:cubicBezTo>
                      <a:pt x="244428" y="0"/>
                      <a:pt x="1613817" y="0"/>
                      <a:pt x="1613817" y="0"/>
                    </a:cubicBezTo>
                    <a:cubicBezTo>
                      <a:pt x="1765330" y="165583"/>
                      <a:pt x="1858246" y="385485"/>
                      <a:pt x="1858246" y="625389"/>
                    </a:cubicBezTo>
                    <a:cubicBezTo>
                      <a:pt x="1858246" y="1135090"/>
                      <a:pt x="1438824" y="1554512"/>
                      <a:pt x="929123" y="1554512"/>
                    </a:cubicBezTo>
                    <a:close/>
                  </a:path>
                </a:pathLst>
              </a:custGeom>
              <a:solidFill>
                <a:schemeClr val="bg1"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</p:sp>
          <p:sp>
            <p:nvSpPr>
              <p:cNvPr id="1329131156" name=""/>
              <p:cNvSpPr/>
              <p:nvPr/>
            </p:nvSpPr>
            <p:spPr bwMode="auto">
              <a:xfrm>
                <a:off x="10480350" y="4066716"/>
                <a:ext cx="1711647" cy="1858244"/>
              </a:xfrm>
              <a:custGeom>
                <a:avLst/>
                <a:gdLst/>
                <a:ahLst/>
                <a:cxnLst/>
                <a:rect l="0" t="0" r="r" b="b"/>
                <a:pathLst>
                  <a:path w="1711648" h="1858246" fill="norm" stroke="1" extrusionOk="0">
                    <a:moveTo>
                      <a:pt x="929123" y="1858246"/>
                    </a:moveTo>
                    <a:cubicBezTo>
                      <a:pt x="419420" y="1858246"/>
                      <a:pt x="0" y="1438824"/>
                      <a:pt x="0" y="929123"/>
                    </a:cubicBezTo>
                    <a:cubicBezTo>
                      <a:pt x="0" y="419421"/>
                      <a:pt x="419420" y="0"/>
                      <a:pt x="929123" y="0"/>
                    </a:cubicBezTo>
                    <a:cubicBezTo>
                      <a:pt x="1256064" y="0"/>
                      <a:pt x="1545861" y="172568"/>
                      <a:pt x="1711648" y="430839"/>
                    </a:cubicBezTo>
                    <a:cubicBezTo>
                      <a:pt x="1711648" y="430839"/>
                      <a:pt x="1711648" y="1427406"/>
                      <a:pt x="1711648" y="1427406"/>
                    </a:cubicBezTo>
                    <a:cubicBezTo>
                      <a:pt x="1545861" y="1685677"/>
                      <a:pt x="1256064" y="1858246"/>
                      <a:pt x="929123" y="1858246"/>
                    </a:cubicBezTo>
                    <a:close/>
                  </a:path>
                </a:pathLst>
              </a:custGeom>
              <a:solidFill>
                <a:schemeClr val="bg1"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</p:sp>
          <p:sp>
            <p:nvSpPr>
              <p:cNvPr id="665181433" name=""/>
              <p:cNvSpPr/>
              <p:nvPr/>
            </p:nvSpPr>
            <p:spPr bwMode="auto">
              <a:xfrm>
                <a:off x="0" y="839523"/>
                <a:ext cx="1222125" cy="1456425"/>
              </a:xfrm>
              <a:custGeom>
                <a:avLst/>
                <a:gdLst/>
                <a:ahLst/>
                <a:cxnLst/>
                <a:rect l="0" t="0" r="r" b="b"/>
                <a:pathLst>
                  <a:path w="1222127" h="1456428" fill="norm" stroke="1" extrusionOk="0">
                    <a:moveTo>
                      <a:pt x="493913" y="0"/>
                    </a:moveTo>
                    <a:cubicBezTo>
                      <a:pt x="893400" y="0"/>
                      <a:pt x="1222127" y="328727"/>
                      <a:pt x="1222127" y="728214"/>
                    </a:cubicBezTo>
                    <a:cubicBezTo>
                      <a:pt x="1222127" y="1127700"/>
                      <a:pt x="893400" y="1456428"/>
                      <a:pt x="493913" y="1456428"/>
                    </a:cubicBezTo>
                    <a:cubicBezTo>
                      <a:pt x="304065" y="1456428"/>
                      <a:pt x="130199" y="1382187"/>
                      <a:pt x="0" y="1261393"/>
                    </a:cubicBezTo>
                    <a:cubicBezTo>
                      <a:pt x="0" y="1261393"/>
                      <a:pt x="0" y="195034"/>
                      <a:pt x="0" y="195034"/>
                    </a:cubicBezTo>
                    <a:cubicBezTo>
                      <a:pt x="130199" y="74240"/>
                      <a:pt x="304065" y="0"/>
                      <a:pt x="493913" y="0"/>
                    </a:cubicBezTo>
                    <a:close/>
                  </a:path>
                </a:pathLst>
              </a:custGeom>
              <a:solidFill>
                <a:schemeClr val="bg1"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</p:sp>
          <p:sp>
            <p:nvSpPr>
              <p:cNvPr id="253772451" name=""/>
              <p:cNvSpPr/>
              <p:nvPr/>
            </p:nvSpPr>
            <p:spPr bwMode="auto">
              <a:xfrm>
                <a:off x="0" y="3599471"/>
                <a:ext cx="1759395" cy="1858243"/>
              </a:xfrm>
              <a:custGeom>
                <a:avLst/>
                <a:gdLst/>
                <a:ahLst/>
                <a:cxnLst/>
                <a:rect l="0" t="0" r="r" b="b"/>
                <a:pathLst>
                  <a:path w="1759397" h="1858245" fill="norm" stroke="1" extrusionOk="0">
                    <a:moveTo>
                      <a:pt x="830275" y="0"/>
                    </a:moveTo>
                    <a:cubicBezTo>
                      <a:pt x="1339976" y="0"/>
                      <a:pt x="1759397" y="419421"/>
                      <a:pt x="1759397" y="929123"/>
                    </a:cubicBezTo>
                    <a:cubicBezTo>
                      <a:pt x="1759397" y="1438825"/>
                      <a:pt x="1339976" y="1858245"/>
                      <a:pt x="830275" y="1858245"/>
                    </a:cubicBezTo>
                    <a:cubicBezTo>
                      <a:pt x="469215" y="1858245"/>
                      <a:pt x="153459" y="1647783"/>
                      <a:pt x="0" y="1343853"/>
                    </a:cubicBezTo>
                    <a:cubicBezTo>
                      <a:pt x="0" y="1343853"/>
                      <a:pt x="0" y="514392"/>
                      <a:pt x="0" y="514392"/>
                    </a:cubicBezTo>
                    <a:cubicBezTo>
                      <a:pt x="153459" y="210462"/>
                      <a:pt x="469215" y="0"/>
                      <a:pt x="830275" y="0"/>
                    </a:cubicBezTo>
                    <a:close/>
                  </a:path>
                </a:pathLst>
              </a:custGeom>
              <a:solidFill>
                <a:schemeClr val="bg1"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</p:sp>
          <p:sp>
            <p:nvSpPr>
              <p:cNvPr id="1445802270" name=""/>
              <p:cNvSpPr/>
              <p:nvPr/>
            </p:nvSpPr>
            <p:spPr bwMode="auto">
              <a:xfrm>
                <a:off x="2227152" y="5497191"/>
                <a:ext cx="1456425" cy="1360809"/>
              </a:xfrm>
              <a:custGeom>
                <a:avLst/>
                <a:gdLst/>
                <a:ahLst/>
                <a:cxnLst/>
                <a:rect l="0" t="0" r="r" b="b"/>
                <a:pathLst>
                  <a:path w="1456426" h="1360809" fill="norm" stroke="1" extrusionOk="0">
                    <a:moveTo>
                      <a:pt x="728213" y="0"/>
                    </a:moveTo>
                    <a:cubicBezTo>
                      <a:pt x="1127699" y="0"/>
                      <a:pt x="1456426" y="328727"/>
                      <a:pt x="1456426" y="728214"/>
                    </a:cubicBezTo>
                    <a:cubicBezTo>
                      <a:pt x="1456427" y="997647"/>
                      <a:pt x="1306895" y="1234893"/>
                      <a:pt x="1086974" y="1360809"/>
                    </a:cubicBezTo>
                    <a:cubicBezTo>
                      <a:pt x="1086974" y="1360809"/>
                      <a:pt x="369452" y="1360809"/>
                      <a:pt x="369452" y="1360809"/>
                    </a:cubicBezTo>
                    <a:cubicBezTo>
                      <a:pt x="149531" y="1234893"/>
                      <a:pt x="0" y="997647"/>
                      <a:pt x="0" y="728214"/>
                    </a:cubicBezTo>
                    <a:cubicBezTo>
                      <a:pt x="0" y="328727"/>
                      <a:pt x="328726" y="0"/>
                      <a:pt x="728213" y="0"/>
                    </a:cubicBezTo>
                    <a:close/>
                  </a:path>
                </a:pathLst>
              </a:custGeom>
              <a:solidFill>
                <a:schemeClr val="bg1"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</p:sp>
        </p:grpSp>
        <p:grpSp>
          <p:nvGrpSpPr>
            <p:cNvPr id="1351399267" name=""/>
            <p:cNvGrpSpPr/>
            <p:nvPr/>
          </p:nvGrpSpPr>
          <p:grpSpPr bwMode="auto">
            <a:xfrm>
              <a:off x="1851003" y="0"/>
              <a:ext cx="9634326" cy="6858000"/>
              <a:chOff x="0" y="0"/>
              <a:chExt cx="9634326" cy="6858000"/>
            </a:xfrm>
          </p:grpSpPr>
          <p:sp>
            <p:nvSpPr>
              <p:cNvPr id="1096871131" name=""/>
              <p:cNvSpPr/>
              <p:nvPr/>
            </p:nvSpPr>
            <p:spPr bwMode="auto">
              <a:xfrm rot="0" flipH="0" flipV="1">
                <a:off x="7308837" y="1779516"/>
                <a:ext cx="2325488" cy="2325487"/>
              </a:xfrm>
              <a:prstGeom prst="ellipse">
                <a:avLst/>
              </a:prstGeom>
              <a:solidFill>
                <a:schemeClr val="bg1"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777425030" name=""/>
              <p:cNvSpPr/>
              <p:nvPr/>
            </p:nvSpPr>
            <p:spPr bwMode="auto">
              <a:xfrm>
                <a:off x="5038031" y="4690923"/>
                <a:ext cx="3168677" cy="2167074"/>
              </a:xfrm>
              <a:custGeom>
                <a:avLst/>
                <a:gdLst/>
                <a:ahLst/>
                <a:cxnLst/>
                <a:rect l="0" t="0" r="r" b="b"/>
                <a:pathLst>
                  <a:path w="3168679" h="2167075" fill="norm" stroke="1" extrusionOk="0">
                    <a:moveTo>
                      <a:pt x="0" y="1584339"/>
                    </a:moveTo>
                    <a:cubicBezTo>
                      <a:pt x="0" y="715195"/>
                      <a:pt x="715197" y="0"/>
                      <a:pt x="1584340" y="0"/>
                    </a:cubicBezTo>
                    <a:cubicBezTo>
                      <a:pt x="2453483" y="0"/>
                      <a:pt x="3168679" y="715195"/>
                      <a:pt x="3168679" y="1584339"/>
                    </a:cubicBezTo>
                    <a:cubicBezTo>
                      <a:pt x="3168679" y="1789639"/>
                      <a:pt x="3128774" y="1986350"/>
                      <a:pt x="3056362" y="2167075"/>
                    </a:cubicBezTo>
                    <a:cubicBezTo>
                      <a:pt x="3056362" y="2167075"/>
                      <a:pt x="112316" y="2167075"/>
                      <a:pt x="112316" y="2167075"/>
                    </a:cubicBezTo>
                    <a:cubicBezTo>
                      <a:pt x="39904" y="1986350"/>
                      <a:pt x="0" y="1789639"/>
                      <a:pt x="0" y="1584339"/>
                    </a:cubicBezTo>
                    <a:close/>
                  </a:path>
                </a:pathLst>
              </a:custGeom>
              <a:solidFill>
                <a:schemeClr val="bg1"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</p:sp>
          <p:sp>
            <p:nvSpPr>
              <p:cNvPr id="260242878" name=""/>
              <p:cNvSpPr/>
              <p:nvPr/>
            </p:nvSpPr>
            <p:spPr bwMode="auto">
              <a:xfrm rot="0" flipH="1" flipV="0">
                <a:off x="2170731" y="863644"/>
                <a:ext cx="1087322" cy="1087322"/>
              </a:xfrm>
              <a:prstGeom prst="ellipse">
                <a:avLst/>
              </a:prstGeom>
              <a:solidFill>
                <a:schemeClr val="bg1"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542719137" name=""/>
              <p:cNvSpPr/>
              <p:nvPr/>
            </p:nvSpPr>
            <p:spPr bwMode="auto">
              <a:xfrm rot="0" flipH="0" flipV="0">
                <a:off x="135450" y="0"/>
                <a:ext cx="1858243" cy="1596431"/>
              </a:xfrm>
              <a:custGeom>
                <a:avLst/>
                <a:gdLst/>
                <a:ahLst/>
                <a:cxnLst/>
                <a:rect l="0" t="0" r="r" b="b"/>
                <a:pathLst>
                  <a:path w="1858245" h="1596433" fill="norm" stroke="1" extrusionOk="0">
                    <a:moveTo>
                      <a:pt x="0" y="667311"/>
                    </a:moveTo>
                    <a:cubicBezTo>
                      <a:pt x="0" y="406556"/>
                      <a:pt x="109769" y="169429"/>
                      <a:pt x="285240" y="0"/>
                    </a:cubicBezTo>
                    <a:cubicBezTo>
                      <a:pt x="285240" y="0"/>
                      <a:pt x="1573005" y="0"/>
                      <a:pt x="1573005" y="0"/>
                    </a:cubicBezTo>
                    <a:cubicBezTo>
                      <a:pt x="1748476" y="169429"/>
                      <a:pt x="1858245" y="406556"/>
                      <a:pt x="1858245" y="667311"/>
                    </a:cubicBezTo>
                    <a:cubicBezTo>
                      <a:pt x="1858245" y="1177011"/>
                      <a:pt x="1438825" y="1596433"/>
                      <a:pt x="929122" y="1596433"/>
                    </a:cubicBezTo>
                    <a:cubicBezTo>
                      <a:pt x="419421" y="1596433"/>
                      <a:pt x="0" y="1177011"/>
                      <a:pt x="0" y="667311"/>
                    </a:cubicBezTo>
                    <a:close/>
                  </a:path>
                </a:pathLst>
              </a:custGeom>
              <a:solidFill>
                <a:schemeClr val="bg1"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</p:sp>
          <p:sp>
            <p:nvSpPr>
              <p:cNvPr id="1692221859" name=""/>
              <p:cNvSpPr/>
              <p:nvPr/>
            </p:nvSpPr>
            <p:spPr bwMode="auto">
              <a:xfrm rot="0" flipH="0" flipV="0">
                <a:off x="4536585" y="0"/>
                <a:ext cx="1330349" cy="725384"/>
              </a:xfrm>
              <a:custGeom>
                <a:avLst/>
                <a:gdLst/>
                <a:ahLst/>
                <a:cxnLst/>
                <a:rect l="0" t="0" r="r" b="b"/>
                <a:pathLst>
                  <a:path w="1330351" h="725386" fill="norm" stroke="1" extrusionOk="0">
                    <a:moveTo>
                      <a:pt x="0" y="60210"/>
                    </a:moveTo>
                    <a:cubicBezTo>
                      <a:pt x="0" y="39926"/>
                      <a:pt x="927" y="19843"/>
                      <a:pt x="2742" y="0"/>
                    </a:cubicBezTo>
                    <a:cubicBezTo>
                      <a:pt x="2742" y="0"/>
                      <a:pt x="1327608" y="0"/>
                      <a:pt x="1327608" y="0"/>
                    </a:cubicBezTo>
                    <a:cubicBezTo>
                      <a:pt x="1329423" y="19843"/>
                      <a:pt x="1330351" y="39926"/>
                      <a:pt x="1330351" y="60210"/>
                    </a:cubicBezTo>
                    <a:cubicBezTo>
                      <a:pt x="1330351" y="425115"/>
                      <a:pt x="1030080" y="725386"/>
                      <a:pt x="665174" y="725386"/>
                    </a:cubicBezTo>
                    <a:cubicBezTo>
                      <a:pt x="300270" y="725386"/>
                      <a:pt x="0" y="425115"/>
                      <a:pt x="0" y="60210"/>
                    </a:cubicBezTo>
                    <a:close/>
                  </a:path>
                </a:pathLst>
              </a:custGeom>
              <a:solidFill>
                <a:schemeClr val="bg1"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63500" dir="0" sx="120000" sy="120000" algn="ctr" rotWithShape="0">
                  <a:schemeClr val="tx1">
                    <a:alpha val="4000"/>
                  </a:schemeClr>
                </a:outerShdw>
              </a:effectLst>
            </p:spPr>
          </p:sp>
          <p:sp>
            <p:nvSpPr>
              <p:cNvPr id="563652712" name=""/>
              <p:cNvSpPr/>
              <p:nvPr/>
            </p:nvSpPr>
            <p:spPr bwMode="auto">
              <a:xfrm rot="0" flipH="1" flipV="0">
                <a:off x="1142528" y="4409079"/>
                <a:ext cx="1858243" cy="1858243"/>
              </a:xfrm>
              <a:prstGeom prst="ellipse">
                <a:avLst/>
              </a:prstGeom>
              <a:solidFill>
                <a:schemeClr val="bg1"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364709519" name=""/>
              <p:cNvSpPr/>
              <p:nvPr/>
            </p:nvSpPr>
            <p:spPr bwMode="auto">
              <a:xfrm rot="0" flipH="0" flipV="1">
                <a:off x="0" y="2913183"/>
                <a:ext cx="1456425" cy="1456425"/>
              </a:xfrm>
              <a:prstGeom prst="ellipse">
                <a:avLst/>
              </a:prstGeom>
              <a:solidFill>
                <a:schemeClr val="bg1"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</p:grpSp>
      <p:sp>
        <p:nvSpPr>
          <p:cNvPr id="1865215917" name=""/>
          <p:cNvSpPr/>
          <p:nvPr/>
        </p:nvSpPr>
        <p:spPr bwMode="auto">
          <a:xfrm rot="0" flipH="0" flipV="0">
            <a:off x="0" y="0"/>
            <a:ext cx="10233362" cy="6879165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9937458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365124"/>
            <a:ext cx="8532450" cy="927214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9546776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1427275"/>
            <a:ext cx="8532450" cy="4749685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65717675" name="Footer Placeholder 4"/>
          <p:cNvSpPr>
            <a:spLocks noGrp="1"/>
          </p:cNvSpPr>
          <p:nvPr>
            <p:ph type="ftr" sz="quarter" idx="11"/>
          </p:nvPr>
        </p:nvSpPr>
        <p:spPr bwMode="auto">
          <a:xfrm flipH="0" flipV="0">
            <a:off x="3435032" y="6356349"/>
            <a:ext cx="3338784" cy="365123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12201547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 flipH="0" flipV="0">
            <a:off x="7144795" y="6356349"/>
            <a:ext cx="2225855" cy="365123"/>
          </a:xfrm>
        </p:spPr>
        <p:txBody>
          <a:bodyPr/>
          <a:lstStyle/>
          <a:p>
            <a:pPr>
              <a:defRPr/>
            </a:pPr>
            <a:fld id="{AFF9E701-009E-7CA1-D860-4E191A24E01A}" type="slidenum">
              <a:rPr lang="en-US"/>
              <a:t/>
            </a:fld>
            <a:endParaRPr lang="en-US"/>
          </a:p>
        </p:txBody>
      </p:sp>
      <p:sp>
        <p:nvSpPr>
          <p:cNvPr id="414863241" name="Date Placeholder 3"/>
          <p:cNvSpPr>
            <a:spLocks noGrp="1"/>
          </p:cNvSpPr>
          <p:nvPr>
            <p:ph type="dt" sz="half" idx="10"/>
          </p:nvPr>
        </p:nvSpPr>
        <p:spPr bwMode="auto">
          <a:xfrm flipH="0" flipV="0">
            <a:off x="838197" y="6356349"/>
            <a:ext cx="2225855" cy="365123"/>
          </a:xfrm>
        </p:spPr>
        <p:txBody>
          <a:bodyPr/>
          <a:lstStyle/>
          <a:p>
            <a:pPr>
              <a:defRPr/>
            </a:pPr>
            <a:fld id="{FF429229-4813-8AF6-47C5-D0BD1D738D53}" type="datetimeFigureOut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bg>
      <p:bgPr shadeToTitle="0">
        <a:solidFill>
          <a:schemeClr val="bg2">
            <a:lumMod val="50000"/>
            <a:alpha val="49999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19341581" name=""/>
          <p:cNvGrpSpPr/>
          <p:nvPr/>
        </p:nvGrpSpPr>
        <p:grpSpPr bwMode="auto">
          <a:xfrm rot="0" flipH="0" flipV="0">
            <a:off x="0" y="0"/>
            <a:ext cx="12191998" cy="6858000"/>
            <a:chOff x="0" y="0"/>
            <a:chExt cx="12191998" cy="6858000"/>
          </a:xfrm>
        </p:grpSpPr>
        <p:grpSp>
          <p:nvGrpSpPr>
            <p:cNvPr id="1824665733" name=""/>
            <p:cNvGrpSpPr/>
            <p:nvPr/>
          </p:nvGrpSpPr>
          <p:grpSpPr bwMode="auto">
            <a:xfrm>
              <a:off x="0" y="0"/>
              <a:ext cx="12191998" cy="6858000"/>
              <a:chOff x="0" y="0"/>
              <a:chExt cx="12191998" cy="6858000"/>
            </a:xfrm>
          </p:grpSpPr>
          <p:sp>
            <p:nvSpPr>
              <p:cNvPr id="1983622726" name=""/>
              <p:cNvSpPr/>
              <p:nvPr/>
            </p:nvSpPr>
            <p:spPr bwMode="auto">
              <a:xfrm rot="0" flipH="0" flipV="0">
                <a:off x="7076160" y="1104129"/>
                <a:ext cx="2325487" cy="2325487"/>
              </a:xfrm>
              <a:prstGeom prst="ellipse">
                <a:avLst/>
              </a:prstGeom>
              <a:solidFill>
                <a:schemeClr val="bg2">
                  <a:lumMod val="90000"/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944195941" name=""/>
              <p:cNvSpPr/>
              <p:nvPr/>
            </p:nvSpPr>
            <p:spPr bwMode="auto">
              <a:xfrm rot="0" flipH="0" flipV="0">
                <a:off x="8196912" y="2705957"/>
                <a:ext cx="1822633" cy="1822633"/>
              </a:xfrm>
              <a:prstGeom prst="ellipse">
                <a:avLst/>
              </a:prstGeom>
              <a:solidFill>
                <a:schemeClr val="bg2">
                  <a:lumMod val="90000"/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63500" dir="0" sx="120000" sy="120000" algn="ctr" rotWithShape="0">
                  <a:schemeClr val="tx1">
                    <a:alpha val="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427331038" name=""/>
              <p:cNvSpPr/>
              <p:nvPr/>
            </p:nvSpPr>
            <p:spPr bwMode="auto">
              <a:xfrm rot="0" flipH="0" flipV="0">
                <a:off x="3845918" y="2328509"/>
                <a:ext cx="3168677" cy="3168677"/>
              </a:xfrm>
              <a:prstGeom prst="ellipse">
                <a:avLst/>
              </a:prstGeom>
              <a:solidFill>
                <a:schemeClr val="bg2">
                  <a:lumMod val="90000"/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657392682" name=""/>
              <p:cNvSpPr/>
              <p:nvPr/>
            </p:nvSpPr>
            <p:spPr bwMode="auto">
              <a:xfrm rot="0" flipH="1" flipV="1">
                <a:off x="10212363" y="395785"/>
                <a:ext cx="1087322" cy="1087322"/>
              </a:xfrm>
              <a:prstGeom prst="ellipse">
                <a:avLst/>
              </a:prstGeom>
              <a:solidFill>
                <a:schemeClr val="bg2">
                  <a:lumMod val="90000"/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962849995" name=""/>
              <p:cNvSpPr/>
              <p:nvPr/>
            </p:nvSpPr>
            <p:spPr bwMode="auto">
              <a:xfrm>
                <a:off x="3269261" y="0"/>
                <a:ext cx="1858244" cy="1554510"/>
              </a:xfrm>
              <a:custGeom>
                <a:avLst/>
                <a:gdLst/>
                <a:ahLst/>
                <a:cxnLst/>
                <a:rect l="0" t="0" r="r" b="b"/>
                <a:pathLst>
                  <a:path w="1858246" h="1554512" fill="norm" stroke="1" extrusionOk="0">
                    <a:moveTo>
                      <a:pt x="929123" y="1554512"/>
                    </a:moveTo>
                    <a:cubicBezTo>
                      <a:pt x="419420" y="1554512"/>
                      <a:pt x="0" y="1135090"/>
                      <a:pt x="0" y="625389"/>
                    </a:cubicBezTo>
                    <a:cubicBezTo>
                      <a:pt x="0" y="385485"/>
                      <a:pt x="92915" y="165583"/>
                      <a:pt x="244428" y="0"/>
                    </a:cubicBezTo>
                    <a:cubicBezTo>
                      <a:pt x="244428" y="0"/>
                      <a:pt x="1613817" y="0"/>
                      <a:pt x="1613817" y="0"/>
                    </a:cubicBezTo>
                    <a:cubicBezTo>
                      <a:pt x="1765330" y="165583"/>
                      <a:pt x="1858246" y="385485"/>
                      <a:pt x="1858246" y="625389"/>
                    </a:cubicBezTo>
                    <a:cubicBezTo>
                      <a:pt x="1858246" y="1135090"/>
                      <a:pt x="1438824" y="1554512"/>
                      <a:pt x="929123" y="1554512"/>
                    </a:cubicBezTo>
                    <a:close/>
                  </a:path>
                </a:pathLst>
              </a:custGeom>
              <a:solidFill>
                <a:schemeClr val="bg2">
                  <a:lumMod val="90000"/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</p:sp>
          <p:sp>
            <p:nvSpPr>
              <p:cNvPr id="1454602202" name=""/>
              <p:cNvSpPr/>
              <p:nvPr/>
            </p:nvSpPr>
            <p:spPr bwMode="auto">
              <a:xfrm>
                <a:off x="10480350" y="4066716"/>
                <a:ext cx="1711647" cy="1858244"/>
              </a:xfrm>
              <a:custGeom>
                <a:avLst/>
                <a:gdLst/>
                <a:ahLst/>
                <a:cxnLst/>
                <a:rect l="0" t="0" r="r" b="b"/>
                <a:pathLst>
                  <a:path w="1711648" h="1858246" fill="norm" stroke="1" extrusionOk="0">
                    <a:moveTo>
                      <a:pt x="929123" y="1858246"/>
                    </a:moveTo>
                    <a:cubicBezTo>
                      <a:pt x="419420" y="1858246"/>
                      <a:pt x="0" y="1438824"/>
                      <a:pt x="0" y="929123"/>
                    </a:cubicBezTo>
                    <a:cubicBezTo>
                      <a:pt x="0" y="419421"/>
                      <a:pt x="419420" y="0"/>
                      <a:pt x="929123" y="0"/>
                    </a:cubicBezTo>
                    <a:cubicBezTo>
                      <a:pt x="1256064" y="0"/>
                      <a:pt x="1545861" y="172568"/>
                      <a:pt x="1711648" y="430839"/>
                    </a:cubicBezTo>
                    <a:cubicBezTo>
                      <a:pt x="1711648" y="430839"/>
                      <a:pt x="1711648" y="1427406"/>
                      <a:pt x="1711648" y="1427406"/>
                    </a:cubicBezTo>
                    <a:cubicBezTo>
                      <a:pt x="1545861" y="1685677"/>
                      <a:pt x="1256064" y="1858246"/>
                      <a:pt x="929123" y="1858246"/>
                    </a:cubicBezTo>
                    <a:close/>
                  </a:path>
                </a:pathLst>
              </a:custGeom>
              <a:solidFill>
                <a:schemeClr val="bg2">
                  <a:lumMod val="90000"/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</p:sp>
          <p:sp>
            <p:nvSpPr>
              <p:cNvPr id="494850159" name=""/>
              <p:cNvSpPr/>
              <p:nvPr/>
            </p:nvSpPr>
            <p:spPr bwMode="auto">
              <a:xfrm>
                <a:off x="0" y="839523"/>
                <a:ext cx="1222125" cy="1456425"/>
              </a:xfrm>
              <a:custGeom>
                <a:avLst/>
                <a:gdLst/>
                <a:ahLst/>
                <a:cxnLst/>
                <a:rect l="0" t="0" r="r" b="b"/>
                <a:pathLst>
                  <a:path w="1222127" h="1456428" fill="norm" stroke="1" extrusionOk="0">
                    <a:moveTo>
                      <a:pt x="493913" y="0"/>
                    </a:moveTo>
                    <a:cubicBezTo>
                      <a:pt x="893400" y="0"/>
                      <a:pt x="1222127" y="328727"/>
                      <a:pt x="1222127" y="728214"/>
                    </a:cubicBezTo>
                    <a:cubicBezTo>
                      <a:pt x="1222127" y="1127700"/>
                      <a:pt x="893400" y="1456428"/>
                      <a:pt x="493913" y="1456428"/>
                    </a:cubicBezTo>
                    <a:cubicBezTo>
                      <a:pt x="304065" y="1456428"/>
                      <a:pt x="130199" y="1382187"/>
                      <a:pt x="0" y="1261393"/>
                    </a:cubicBezTo>
                    <a:cubicBezTo>
                      <a:pt x="0" y="1261393"/>
                      <a:pt x="0" y="195034"/>
                      <a:pt x="0" y="195034"/>
                    </a:cubicBezTo>
                    <a:cubicBezTo>
                      <a:pt x="130199" y="74240"/>
                      <a:pt x="304065" y="0"/>
                      <a:pt x="493913" y="0"/>
                    </a:cubicBezTo>
                    <a:close/>
                  </a:path>
                </a:pathLst>
              </a:custGeom>
              <a:solidFill>
                <a:schemeClr val="bg2">
                  <a:lumMod val="90000"/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</p:sp>
          <p:sp>
            <p:nvSpPr>
              <p:cNvPr id="430064325" name=""/>
              <p:cNvSpPr/>
              <p:nvPr/>
            </p:nvSpPr>
            <p:spPr bwMode="auto">
              <a:xfrm>
                <a:off x="0" y="3599471"/>
                <a:ext cx="1759395" cy="1858243"/>
              </a:xfrm>
              <a:custGeom>
                <a:avLst/>
                <a:gdLst/>
                <a:ahLst/>
                <a:cxnLst/>
                <a:rect l="0" t="0" r="r" b="b"/>
                <a:pathLst>
                  <a:path w="1759397" h="1858245" fill="norm" stroke="1" extrusionOk="0">
                    <a:moveTo>
                      <a:pt x="830275" y="0"/>
                    </a:moveTo>
                    <a:cubicBezTo>
                      <a:pt x="1339976" y="0"/>
                      <a:pt x="1759397" y="419421"/>
                      <a:pt x="1759397" y="929123"/>
                    </a:cubicBezTo>
                    <a:cubicBezTo>
                      <a:pt x="1759397" y="1438825"/>
                      <a:pt x="1339976" y="1858245"/>
                      <a:pt x="830275" y="1858245"/>
                    </a:cubicBezTo>
                    <a:cubicBezTo>
                      <a:pt x="469215" y="1858245"/>
                      <a:pt x="153459" y="1647783"/>
                      <a:pt x="0" y="1343853"/>
                    </a:cubicBezTo>
                    <a:cubicBezTo>
                      <a:pt x="0" y="1343853"/>
                      <a:pt x="0" y="514392"/>
                      <a:pt x="0" y="514392"/>
                    </a:cubicBezTo>
                    <a:cubicBezTo>
                      <a:pt x="153459" y="210462"/>
                      <a:pt x="469215" y="0"/>
                      <a:pt x="830275" y="0"/>
                    </a:cubicBezTo>
                    <a:close/>
                  </a:path>
                </a:pathLst>
              </a:custGeom>
              <a:solidFill>
                <a:schemeClr val="bg2">
                  <a:lumMod val="90000"/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</p:sp>
          <p:sp>
            <p:nvSpPr>
              <p:cNvPr id="1019079675" name=""/>
              <p:cNvSpPr/>
              <p:nvPr/>
            </p:nvSpPr>
            <p:spPr bwMode="auto">
              <a:xfrm>
                <a:off x="2227152" y="5497191"/>
                <a:ext cx="1456424" cy="1360809"/>
              </a:xfrm>
              <a:custGeom>
                <a:avLst/>
                <a:gdLst/>
                <a:ahLst/>
                <a:cxnLst/>
                <a:rect l="0" t="0" r="r" b="b"/>
                <a:pathLst>
                  <a:path w="1456426" h="1360809" fill="norm" stroke="1" extrusionOk="0">
                    <a:moveTo>
                      <a:pt x="728213" y="0"/>
                    </a:moveTo>
                    <a:cubicBezTo>
                      <a:pt x="1127699" y="0"/>
                      <a:pt x="1456426" y="328727"/>
                      <a:pt x="1456426" y="728214"/>
                    </a:cubicBezTo>
                    <a:cubicBezTo>
                      <a:pt x="1456427" y="997647"/>
                      <a:pt x="1306895" y="1234893"/>
                      <a:pt x="1086974" y="1360809"/>
                    </a:cubicBezTo>
                    <a:cubicBezTo>
                      <a:pt x="1086974" y="1360809"/>
                      <a:pt x="369452" y="1360809"/>
                      <a:pt x="369452" y="1360809"/>
                    </a:cubicBezTo>
                    <a:cubicBezTo>
                      <a:pt x="149531" y="1234893"/>
                      <a:pt x="0" y="997647"/>
                      <a:pt x="0" y="728214"/>
                    </a:cubicBezTo>
                    <a:cubicBezTo>
                      <a:pt x="0" y="328727"/>
                      <a:pt x="328726" y="0"/>
                      <a:pt x="728213" y="0"/>
                    </a:cubicBezTo>
                    <a:close/>
                  </a:path>
                </a:pathLst>
              </a:custGeom>
              <a:solidFill>
                <a:schemeClr val="bg2">
                  <a:lumMod val="90000"/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</p:sp>
        </p:grpSp>
        <p:grpSp>
          <p:nvGrpSpPr>
            <p:cNvPr id="1310764555" name=""/>
            <p:cNvGrpSpPr/>
            <p:nvPr/>
          </p:nvGrpSpPr>
          <p:grpSpPr bwMode="auto">
            <a:xfrm>
              <a:off x="1851003" y="0"/>
              <a:ext cx="9634325" cy="6858000"/>
              <a:chOff x="0" y="0"/>
              <a:chExt cx="9634325" cy="6858000"/>
            </a:xfrm>
          </p:grpSpPr>
          <p:sp>
            <p:nvSpPr>
              <p:cNvPr id="170303251" name=""/>
              <p:cNvSpPr/>
              <p:nvPr/>
            </p:nvSpPr>
            <p:spPr bwMode="auto">
              <a:xfrm rot="0" flipH="0" flipV="1">
                <a:off x="7308837" y="1779516"/>
                <a:ext cx="2325487" cy="2325487"/>
              </a:xfrm>
              <a:prstGeom prst="ellipse">
                <a:avLst/>
              </a:prstGeom>
              <a:solidFill>
                <a:schemeClr val="bg2">
                  <a:alpha val="4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630077135" name=""/>
              <p:cNvSpPr/>
              <p:nvPr/>
            </p:nvSpPr>
            <p:spPr bwMode="auto">
              <a:xfrm>
                <a:off x="5038031" y="4690923"/>
                <a:ext cx="3168677" cy="2167074"/>
              </a:xfrm>
              <a:custGeom>
                <a:avLst/>
                <a:gdLst/>
                <a:ahLst/>
                <a:cxnLst/>
                <a:rect l="0" t="0" r="r" b="b"/>
                <a:pathLst>
                  <a:path w="3168679" h="2167075" fill="norm" stroke="1" extrusionOk="0">
                    <a:moveTo>
                      <a:pt x="0" y="1584339"/>
                    </a:moveTo>
                    <a:cubicBezTo>
                      <a:pt x="0" y="715195"/>
                      <a:pt x="715197" y="0"/>
                      <a:pt x="1584340" y="0"/>
                    </a:cubicBezTo>
                    <a:cubicBezTo>
                      <a:pt x="2453483" y="0"/>
                      <a:pt x="3168679" y="715195"/>
                      <a:pt x="3168679" y="1584339"/>
                    </a:cubicBezTo>
                    <a:cubicBezTo>
                      <a:pt x="3168679" y="1789639"/>
                      <a:pt x="3128774" y="1986350"/>
                      <a:pt x="3056362" y="2167075"/>
                    </a:cubicBezTo>
                    <a:cubicBezTo>
                      <a:pt x="3056362" y="2167075"/>
                      <a:pt x="112316" y="2167075"/>
                      <a:pt x="112316" y="2167075"/>
                    </a:cubicBezTo>
                    <a:cubicBezTo>
                      <a:pt x="39904" y="1986350"/>
                      <a:pt x="0" y="1789639"/>
                      <a:pt x="0" y="1584339"/>
                    </a:cubicBezTo>
                    <a:close/>
                  </a:path>
                </a:pathLst>
              </a:custGeom>
              <a:solidFill>
                <a:schemeClr val="bg2">
                  <a:alpha val="4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</p:sp>
          <p:sp>
            <p:nvSpPr>
              <p:cNvPr id="1582515727" name=""/>
              <p:cNvSpPr/>
              <p:nvPr/>
            </p:nvSpPr>
            <p:spPr bwMode="auto">
              <a:xfrm rot="0" flipH="1" flipV="0">
                <a:off x="2170731" y="863644"/>
                <a:ext cx="1087322" cy="1087322"/>
              </a:xfrm>
              <a:prstGeom prst="ellipse">
                <a:avLst/>
              </a:prstGeom>
              <a:solidFill>
                <a:schemeClr val="bg2">
                  <a:alpha val="4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963752614" name=""/>
              <p:cNvSpPr/>
              <p:nvPr/>
            </p:nvSpPr>
            <p:spPr bwMode="auto">
              <a:xfrm rot="0" flipH="0" flipV="0">
                <a:off x="135450" y="0"/>
                <a:ext cx="1858243" cy="1596431"/>
              </a:xfrm>
              <a:custGeom>
                <a:avLst/>
                <a:gdLst/>
                <a:ahLst/>
                <a:cxnLst/>
                <a:rect l="0" t="0" r="r" b="b"/>
                <a:pathLst>
                  <a:path w="1858245" h="1596433" fill="norm" stroke="1" extrusionOk="0">
                    <a:moveTo>
                      <a:pt x="0" y="667311"/>
                    </a:moveTo>
                    <a:cubicBezTo>
                      <a:pt x="0" y="406556"/>
                      <a:pt x="109769" y="169429"/>
                      <a:pt x="285240" y="0"/>
                    </a:cubicBezTo>
                    <a:cubicBezTo>
                      <a:pt x="285240" y="0"/>
                      <a:pt x="1573005" y="0"/>
                      <a:pt x="1573005" y="0"/>
                    </a:cubicBezTo>
                    <a:cubicBezTo>
                      <a:pt x="1748476" y="169429"/>
                      <a:pt x="1858245" y="406556"/>
                      <a:pt x="1858245" y="667311"/>
                    </a:cubicBezTo>
                    <a:cubicBezTo>
                      <a:pt x="1858245" y="1177011"/>
                      <a:pt x="1438825" y="1596433"/>
                      <a:pt x="929122" y="1596433"/>
                    </a:cubicBezTo>
                    <a:cubicBezTo>
                      <a:pt x="419421" y="1596433"/>
                      <a:pt x="0" y="1177011"/>
                      <a:pt x="0" y="667311"/>
                    </a:cubicBezTo>
                    <a:close/>
                  </a:path>
                </a:pathLst>
              </a:custGeom>
              <a:solidFill>
                <a:schemeClr val="bg2">
                  <a:alpha val="4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</p:sp>
          <p:sp>
            <p:nvSpPr>
              <p:cNvPr id="10026561" name=""/>
              <p:cNvSpPr/>
              <p:nvPr/>
            </p:nvSpPr>
            <p:spPr bwMode="auto">
              <a:xfrm rot="0" flipH="0" flipV="0">
                <a:off x="4536585" y="0"/>
                <a:ext cx="1330349" cy="725384"/>
              </a:xfrm>
              <a:custGeom>
                <a:avLst/>
                <a:gdLst/>
                <a:ahLst/>
                <a:cxnLst/>
                <a:rect l="0" t="0" r="r" b="b"/>
                <a:pathLst>
                  <a:path w="1330351" h="725386" fill="norm" stroke="1" extrusionOk="0">
                    <a:moveTo>
                      <a:pt x="0" y="60210"/>
                    </a:moveTo>
                    <a:cubicBezTo>
                      <a:pt x="0" y="39926"/>
                      <a:pt x="927" y="19843"/>
                      <a:pt x="2742" y="0"/>
                    </a:cubicBezTo>
                    <a:cubicBezTo>
                      <a:pt x="2742" y="0"/>
                      <a:pt x="1327608" y="0"/>
                      <a:pt x="1327608" y="0"/>
                    </a:cubicBezTo>
                    <a:cubicBezTo>
                      <a:pt x="1329423" y="19843"/>
                      <a:pt x="1330351" y="39926"/>
                      <a:pt x="1330351" y="60210"/>
                    </a:cubicBezTo>
                    <a:cubicBezTo>
                      <a:pt x="1330351" y="425115"/>
                      <a:pt x="1030080" y="725386"/>
                      <a:pt x="665174" y="725386"/>
                    </a:cubicBezTo>
                    <a:cubicBezTo>
                      <a:pt x="300270" y="725386"/>
                      <a:pt x="0" y="425115"/>
                      <a:pt x="0" y="60210"/>
                    </a:cubicBezTo>
                    <a:close/>
                  </a:path>
                </a:pathLst>
              </a:custGeom>
              <a:solidFill>
                <a:schemeClr val="bg2">
                  <a:alpha val="4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63500" dir="0" sx="120000" sy="120000" algn="ctr" rotWithShape="0">
                  <a:schemeClr val="tx1">
                    <a:alpha val="4000"/>
                  </a:schemeClr>
                </a:outerShdw>
              </a:effectLst>
            </p:spPr>
          </p:sp>
          <p:sp>
            <p:nvSpPr>
              <p:cNvPr id="1056773911" name=""/>
              <p:cNvSpPr/>
              <p:nvPr/>
            </p:nvSpPr>
            <p:spPr bwMode="auto">
              <a:xfrm rot="0" flipH="1" flipV="0">
                <a:off x="1142528" y="4409079"/>
                <a:ext cx="1858243" cy="1858243"/>
              </a:xfrm>
              <a:prstGeom prst="ellipse">
                <a:avLst/>
              </a:prstGeom>
              <a:solidFill>
                <a:schemeClr val="bg2">
                  <a:alpha val="4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240564412" name=""/>
              <p:cNvSpPr/>
              <p:nvPr/>
            </p:nvSpPr>
            <p:spPr bwMode="auto">
              <a:xfrm rot="0" flipH="0" flipV="1">
                <a:off x="0" y="2913183"/>
                <a:ext cx="1456425" cy="1456425"/>
              </a:xfrm>
              <a:prstGeom prst="ellipse">
                <a:avLst/>
              </a:prstGeom>
              <a:solidFill>
                <a:schemeClr val="bg2">
                  <a:alpha val="4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</p:grpSp>
      <p:sp>
        <p:nvSpPr>
          <p:cNvPr id="1334134233" name=""/>
          <p:cNvSpPr/>
          <p:nvPr/>
        </p:nvSpPr>
        <p:spPr bwMode="auto">
          <a:xfrm rot="0" flipH="0" flipV="0">
            <a:off x="0" y="1950967"/>
            <a:ext cx="12191997" cy="4928197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1647345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1849" y="2313659"/>
            <a:ext cx="10515600" cy="929646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60916613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1849" y="3378242"/>
            <a:ext cx="10515600" cy="271140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5375858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6798609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869807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bg>
      <p:bgPr shadeToTitle="0">
        <a:solidFill>
          <a:schemeClr val="accent5">
            <a:lumMod val="40000"/>
            <a:lumOff val="60000"/>
            <a:alpha val="3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93099934" name=""/>
          <p:cNvGrpSpPr/>
          <p:nvPr/>
        </p:nvGrpSpPr>
        <p:grpSpPr bwMode="auto">
          <a:xfrm rot="0" flipH="0" flipV="0">
            <a:off x="0" y="0"/>
            <a:ext cx="12191999" cy="6858000"/>
            <a:chOff x="0" y="0"/>
            <a:chExt cx="12191999" cy="6858000"/>
          </a:xfrm>
        </p:grpSpPr>
        <p:grpSp>
          <p:nvGrpSpPr>
            <p:cNvPr id="747531784" name=""/>
            <p:cNvGrpSpPr/>
            <p:nvPr/>
          </p:nvGrpSpPr>
          <p:grpSpPr bwMode="auto">
            <a:xfrm>
              <a:off x="0" y="0"/>
              <a:ext cx="12191999" cy="6858000"/>
              <a:chOff x="0" y="0"/>
              <a:chExt cx="12191999" cy="6858000"/>
            </a:xfrm>
          </p:grpSpPr>
          <p:sp>
            <p:nvSpPr>
              <p:cNvPr id="1323028612" name=""/>
              <p:cNvSpPr/>
              <p:nvPr/>
            </p:nvSpPr>
            <p:spPr bwMode="auto">
              <a:xfrm rot="0" flipH="0" flipV="0">
                <a:off x="7076161" y="1104129"/>
                <a:ext cx="2325488" cy="2325487"/>
              </a:xfrm>
              <a:prstGeom prst="ellipse">
                <a:avLst/>
              </a:prstGeom>
              <a:solidFill>
                <a:schemeClr val="bg1"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69472604" name=""/>
              <p:cNvSpPr/>
              <p:nvPr/>
            </p:nvSpPr>
            <p:spPr bwMode="auto">
              <a:xfrm rot="0" flipH="0" flipV="0">
                <a:off x="8196913" y="2705957"/>
                <a:ext cx="1822633" cy="1822633"/>
              </a:xfrm>
              <a:prstGeom prst="ellipse">
                <a:avLst/>
              </a:prstGeom>
              <a:solidFill>
                <a:schemeClr val="bg1"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63500" dir="0" sx="120000" sy="120000" algn="ctr" rotWithShape="0">
                  <a:schemeClr val="tx1">
                    <a:alpha val="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477541385" name=""/>
              <p:cNvSpPr/>
              <p:nvPr/>
            </p:nvSpPr>
            <p:spPr bwMode="auto">
              <a:xfrm rot="0" flipH="0" flipV="0">
                <a:off x="3845918" y="2328509"/>
                <a:ext cx="3168677" cy="3168677"/>
              </a:xfrm>
              <a:prstGeom prst="ellipse">
                <a:avLst/>
              </a:prstGeom>
              <a:solidFill>
                <a:schemeClr val="bg1"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097127785" name=""/>
              <p:cNvSpPr/>
              <p:nvPr/>
            </p:nvSpPr>
            <p:spPr bwMode="auto">
              <a:xfrm rot="0" flipH="1" flipV="1">
                <a:off x="10212363" y="395785"/>
                <a:ext cx="1087322" cy="1087322"/>
              </a:xfrm>
              <a:prstGeom prst="ellipse">
                <a:avLst/>
              </a:prstGeom>
              <a:solidFill>
                <a:schemeClr val="bg1"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608113944" name=""/>
              <p:cNvSpPr/>
              <p:nvPr/>
            </p:nvSpPr>
            <p:spPr bwMode="auto">
              <a:xfrm>
                <a:off x="3269261" y="0"/>
                <a:ext cx="1858244" cy="1554510"/>
              </a:xfrm>
              <a:custGeom>
                <a:avLst/>
                <a:gdLst/>
                <a:ahLst/>
                <a:cxnLst/>
                <a:rect l="0" t="0" r="r" b="b"/>
                <a:pathLst>
                  <a:path w="1858246" h="1554512" fill="norm" stroke="1" extrusionOk="0">
                    <a:moveTo>
                      <a:pt x="929123" y="1554512"/>
                    </a:moveTo>
                    <a:cubicBezTo>
                      <a:pt x="419420" y="1554512"/>
                      <a:pt x="0" y="1135090"/>
                      <a:pt x="0" y="625389"/>
                    </a:cubicBezTo>
                    <a:cubicBezTo>
                      <a:pt x="0" y="385485"/>
                      <a:pt x="92915" y="165583"/>
                      <a:pt x="244428" y="0"/>
                    </a:cubicBezTo>
                    <a:cubicBezTo>
                      <a:pt x="244428" y="0"/>
                      <a:pt x="1613817" y="0"/>
                      <a:pt x="1613817" y="0"/>
                    </a:cubicBezTo>
                    <a:cubicBezTo>
                      <a:pt x="1765330" y="165583"/>
                      <a:pt x="1858246" y="385485"/>
                      <a:pt x="1858246" y="625389"/>
                    </a:cubicBezTo>
                    <a:cubicBezTo>
                      <a:pt x="1858246" y="1135090"/>
                      <a:pt x="1438824" y="1554512"/>
                      <a:pt x="929123" y="1554512"/>
                    </a:cubicBezTo>
                    <a:close/>
                  </a:path>
                </a:pathLst>
              </a:custGeom>
              <a:solidFill>
                <a:schemeClr val="bg1"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</p:sp>
          <p:sp>
            <p:nvSpPr>
              <p:cNvPr id="883764727" name=""/>
              <p:cNvSpPr/>
              <p:nvPr/>
            </p:nvSpPr>
            <p:spPr bwMode="auto">
              <a:xfrm>
                <a:off x="10480350" y="4066716"/>
                <a:ext cx="1711647" cy="1858244"/>
              </a:xfrm>
              <a:custGeom>
                <a:avLst/>
                <a:gdLst/>
                <a:ahLst/>
                <a:cxnLst/>
                <a:rect l="0" t="0" r="r" b="b"/>
                <a:pathLst>
                  <a:path w="1711648" h="1858246" fill="norm" stroke="1" extrusionOk="0">
                    <a:moveTo>
                      <a:pt x="929123" y="1858246"/>
                    </a:moveTo>
                    <a:cubicBezTo>
                      <a:pt x="419420" y="1858246"/>
                      <a:pt x="0" y="1438824"/>
                      <a:pt x="0" y="929123"/>
                    </a:cubicBezTo>
                    <a:cubicBezTo>
                      <a:pt x="0" y="419421"/>
                      <a:pt x="419420" y="0"/>
                      <a:pt x="929123" y="0"/>
                    </a:cubicBezTo>
                    <a:cubicBezTo>
                      <a:pt x="1256064" y="0"/>
                      <a:pt x="1545861" y="172568"/>
                      <a:pt x="1711648" y="430839"/>
                    </a:cubicBezTo>
                    <a:cubicBezTo>
                      <a:pt x="1711648" y="430839"/>
                      <a:pt x="1711648" y="1427406"/>
                      <a:pt x="1711648" y="1427406"/>
                    </a:cubicBezTo>
                    <a:cubicBezTo>
                      <a:pt x="1545861" y="1685677"/>
                      <a:pt x="1256064" y="1858246"/>
                      <a:pt x="929123" y="1858246"/>
                    </a:cubicBezTo>
                    <a:close/>
                  </a:path>
                </a:pathLst>
              </a:custGeom>
              <a:solidFill>
                <a:schemeClr val="bg1"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</p:sp>
          <p:sp>
            <p:nvSpPr>
              <p:cNvPr id="666843317" name=""/>
              <p:cNvSpPr/>
              <p:nvPr/>
            </p:nvSpPr>
            <p:spPr bwMode="auto">
              <a:xfrm>
                <a:off x="0" y="839523"/>
                <a:ext cx="1222125" cy="1456425"/>
              </a:xfrm>
              <a:custGeom>
                <a:avLst/>
                <a:gdLst/>
                <a:ahLst/>
                <a:cxnLst/>
                <a:rect l="0" t="0" r="r" b="b"/>
                <a:pathLst>
                  <a:path w="1222127" h="1456428" fill="norm" stroke="1" extrusionOk="0">
                    <a:moveTo>
                      <a:pt x="493913" y="0"/>
                    </a:moveTo>
                    <a:cubicBezTo>
                      <a:pt x="893400" y="0"/>
                      <a:pt x="1222127" y="328727"/>
                      <a:pt x="1222127" y="728214"/>
                    </a:cubicBezTo>
                    <a:cubicBezTo>
                      <a:pt x="1222127" y="1127700"/>
                      <a:pt x="893400" y="1456428"/>
                      <a:pt x="493913" y="1456428"/>
                    </a:cubicBezTo>
                    <a:cubicBezTo>
                      <a:pt x="304065" y="1456428"/>
                      <a:pt x="130199" y="1382187"/>
                      <a:pt x="0" y="1261393"/>
                    </a:cubicBezTo>
                    <a:cubicBezTo>
                      <a:pt x="0" y="1261393"/>
                      <a:pt x="0" y="195034"/>
                      <a:pt x="0" y="195034"/>
                    </a:cubicBezTo>
                    <a:cubicBezTo>
                      <a:pt x="130199" y="74240"/>
                      <a:pt x="304065" y="0"/>
                      <a:pt x="493913" y="0"/>
                    </a:cubicBezTo>
                    <a:close/>
                  </a:path>
                </a:pathLst>
              </a:custGeom>
              <a:solidFill>
                <a:schemeClr val="bg1"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</p:sp>
          <p:sp>
            <p:nvSpPr>
              <p:cNvPr id="192547818" name=""/>
              <p:cNvSpPr/>
              <p:nvPr/>
            </p:nvSpPr>
            <p:spPr bwMode="auto">
              <a:xfrm>
                <a:off x="0" y="3599471"/>
                <a:ext cx="1759395" cy="1858243"/>
              </a:xfrm>
              <a:custGeom>
                <a:avLst/>
                <a:gdLst/>
                <a:ahLst/>
                <a:cxnLst/>
                <a:rect l="0" t="0" r="r" b="b"/>
                <a:pathLst>
                  <a:path w="1759397" h="1858245" fill="norm" stroke="1" extrusionOk="0">
                    <a:moveTo>
                      <a:pt x="830275" y="0"/>
                    </a:moveTo>
                    <a:cubicBezTo>
                      <a:pt x="1339976" y="0"/>
                      <a:pt x="1759397" y="419421"/>
                      <a:pt x="1759397" y="929123"/>
                    </a:cubicBezTo>
                    <a:cubicBezTo>
                      <a:pt x="1759397" y="1438825"/>
                      <a:pt x="1339976" y="1858245"/>
                      <a:pt x="830275" y="1858245"/>
                    </a:cubicBezTo>
                    <a:cubicBezTo>
                      <a:pt x="469215" y="1858245"/>
                      <a:pt x="153459" y="1647783"/>
                      <a:pt x="0" y="1343853"/>
                    </a:cubicBezTo>
                    <a:cubicBezTo>
                      <a:pt x="0" y="1343853"/>
                      <a:pt x="0" y="514392"/>
                      <a:pt x="0" y="514392"/>
                    </a:cubicBezTo>
                    <a:cubicBezTo>
                      <a:pt x="153459" y="210462"/>
                      <a:pt x="469215" y="0"/>
                      <a:pt x="830275" y="0"/>
                    </a:cubicBezTo>
                    <a:close/>
                  </a:path>
                </a:pathLst>
              </a:custGeom>
              <a:solidFill>
                <a:schemeClr val="bg1"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</p:sp>
          <p:sp>
            <p:nvSpPr>
              <p:cNvPr id="1725167138" name=""/>
              <p:cNvSpPr/>
              <p:nvPr/>
            </p:nvSpPr>
            <p:spPr bwMode="auto">
              <a:xfrm>
                <a:off x="2227152" y="5497191"/>
                <a:ext cx="1456425" cy="1360809"/>
              </a:xfrm>
              <a:custGeom>
                <a:avLst/>
                <a:gdLst/>
                <a:ahLst/>
                <a:cxnLst/>
                <a:rect l="0" t="0" r="r" b="b"/>
                <a:pathLst>
                  <a:path w="1456426" h="1360809" fill="norm" stroke="1" extrusionOk="0">
                    <a:moveTo>
                      <a:pt x="728213" y="0"/>
                    </a:moveTo>
                    <a:cubicBezTo>
                      <a:pt x="1127699" y="0"/>
                      <a:pt x="1456426" y="328727"/>
                      <a:pt x="1456426" y="728214"/>
                    </a:cubicBezTo>
                    <a:cubicBezTo>
                      <a:pt x="1456427" y="997647"/>
                      <a:pt x="1306895" y="1234893"/>
                      <a:pt x="1086974" y="1360809"/>
                    </a:cubicBezTo>
                    <a:cubicBezTo>
                      <a:pt x="1086974" y="1360809"/>
                      <a:pt x="369452" y="1360809"/>
                      <a:pt x="369452" y="1360809"/>
                    </a:cubicBezTo>
                    <a:cubicBezTo>
                      <a:pt x="149531" y="1234893"/>
                      <a:pt x="0" y="997647"/>
                      <a:pt x="0" y="728214"/>
                    </a:cubicBezTo>
                    <a:cubicBezTo>
                      <a:pt x="0" y="328727"/>
                      <a:pt x="328726" y="0"/>
                      <a:pt x="728213" y="0"/>
                    </a:cubicBezTo>
                    <a:close/>
                  </a:path>
                </a:pathLst>
              </a:custGeom>
              <a:solidFill>
                <a:schemeClr val="bg1"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</p:sp>
        </p:grpSp>
        <p:grpSp>
          <p:nvGrpSpPr>
            <p:cNvPr id="1342471758" name=""/>
            <p:cNvGrpSpPr/>
            <p:nvPr/>
          </p:nvGrpSpPr>
          <p:grpSpPr bwMode="auto">
            <a:xfrm>
              <a:off x="1851003" y="0"/>
              <a:ext cx="9634326" cy="6858000"/>
              <a:chOff x="0" y="0"/>
              <a:chExt cx="9634326" cy="6858000"/>
            </a:xfrm>
          </p:grpSpPr>
          <p:sp>
            <p:nvSpPr>
              <p:cNvPr id="2110098610" name=""/>
              <p:cNvSpPr/>
              <p:nvPr/>
            </p:nvSpPr>
            <p:spPr bwMode="auto">
              <a:xfrm rot="0" flipH="0" flipV="1">
                <a:off x="7308837" y="1779516"/>
                <a:ext cx="2325488" cy="2325487"/>
              </a:xfrm>
              <a:prstGeom prst="ellipse">
                <a:avLst/>
              </a:prstGeom>
              <a:solidFill>
                <a:schemeClr val="bg1"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470322386" name=""/>
              <p:cNvSpPr/>
              <p:nvPr/>
            </p:nvSpPr>
            <p:spPr bwMode="auto">
              <a:xfrm>
                <a:off x="5038031" y="4690923"/>
                <a:ext cx="3168677" cy="2167074"/>
              </a:xfrm>
              <a:custGeom>
                <a:avLst/>
                <a:gdLst/>
                <a:ahLst/>
                <a:cxnLst/>
                <a:rect l="0" t="0" r="r" b="b"/>
                <a:pathLst>
                  <a:path w="3168679" h="2167075" fill="norm" stroke="1" extrusionOk="0">
                    <a:moveTo>
                      <a:pt x="0" y="1584339"/>
                    </a:moveTo>
                    <a:cubicBezTo>
                      <a:pt x="0" y="715195"/>
                      <a:pt x="715197" y="0"/>
                      <a:pt x="1584340" y="0"/>
                    </a:cubicBezTo>
                    <a:cubicBezTo>
                      <a:pt x="2453483" y="0"/>
                      <a:pt x="3168679" y="715195"/>
                      <a:pt x="3168679" y="1584339"/>
                    </a:cubicBezTo>
                    <a:cubicBezTo>
                      <a:pt x="3168679" y="1789639"/>
                      <a:pt x="3128774" y="1986350"/>
                      <a:pt x="3056362" y="2167075"/>
                    </a:cubicBezTo>
                    <a:cubicBezTo>
                      <a:pt x="3056362" y="2167075"/>
                      <a:pt x="112316" y="2167075"/>
                      <a:pt x="112316" y="2167075"/>
                    </a:cubicBezTo>
                    <a:cubicBezTo>
                      <a:pt x="39904" y="1986350"/>
                      <a:pt x="0" y="1789639"/>
                      <a:pt x="0" y="1584339"/>
                    </a:cubicBezTo>
                    <a:close/>
                  </a:path>
                </a:pathLst>
              </a:custGeom>
              <a:solidFill>
                <a:schemeClr val="bg1"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</p:sp>
          <p:sp>
            <p:nvSpPr>
              <p:cNvPr id="1689500987" name=""/>
              <p:cNvSpPr/>
              <p:nvPr/>
            </p:nvSpPr>
            <p:spPr bwMode="auto">
              <a:xfrm rot="0" flipH="1" flipV="0">
                <a:off x="2170731" y="863644"/>
                <a:ext cx="1087322" cy="1087322"/>
              </a:xfrm>
              <a:prstGeom prst="ellipse">
                <a:avLst/>
              </a:prstGeom>
              <a:solidFill>
                <a:schemeClr val="bg1"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514179314" name=""/>
              <p:cNvSpPr/>
              <p:nvPr/>
            </p:nvSpPr>
            <p:spPr bwMode="auto">
              <a:xfrm rot="0" flipH="0" flipV="0">
                <a:off x="135450" y="0"/>
                <a:ext cx="1858243" cy="1596431"/>
              </a:xfrm>
              <a:custGeom>
                <a:avLst/>
                <a:gdLst/>
                <a:ahLst/>
                <a:cxnLst/>
                <a:rect l="0" t="0" r="r" b="b"/>
                <a:pathLst>
                  <a:path w="1858245" h="1596433" fill="norm" stroke="1" extrusionOk="0">
                    <a:moveTo>
                      <a:pt x="0" y="667311"/>
                    </a:moveTo>
                    <a:cubicBezTo>
                      <a:pt x="0" y="406556"/>
                      <a:pt x="109769" y="169429"/>
                      <a:pt x="285240" y="0"/>
                    </a:cubicBezTo>
                    <a:cubicBezTo>
                      <a:pt x="285240" y="0"/>
                      <a:pt x="1573005" y="0"/>
                      <a:pt x="1573005" y="0"/>
                    </a:cubicBezTo>
                    <a:cubicBezTo>
                      <a:pt x="1748476" y="169429"/>
                      <a:pt x="1858245" y="406556"/>
                      <a:pt x="1858245" y="667311"/>
                    </a:cubicBezTo>
                    <a:cubicBezTo>
                      <a:pt x="1858245" y="1177011"/>
                      <a:pt x="1438825" y="1596433"/>
                      <a:pt x="929122" y="1596433"/>
                    </a:cubicBezTo>
                    <a:cubicBezTo>
                      <a:pt x="419421" y="1596433"/>
                      <a:pt x="0" y="1177011"/>
                      <a:pt x="0" y="667311"/>
                    </a:cubicBezTo>
                    <a:close/>
                  </a:path>
                </a:pathLst>
              </a:custGeom>
              <a:solidFill>
                <a:schemeClr val="bg1"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</p:sp>
          <p:sp>
            <p:nvSpPr>
              <p:cNvPr id="747919574" name=""/>
              <p:cNvSpPr/>
              <p:nvPr/>
            </p:nvSpPr>
            <p:spPr bwMode="auto">
              <a:xfrm rot="0" flipH="0" flipV="0">
                <a:off x="4536585" y="0"/>
                <a:ext cx="1330349" cy="725384"/>
              </a:xfrm>
              <a:custGeom>
                <a:avLst/>
                <a:gdLst/>
                <a:ahLst/>
                <a:cxnLst/>
                <a:rect l="0" t="0" r="r" b="b"/>
                <a:pathLst>
                  <a:path w="1330351" h="725386" fill="norm" stroke="1" extrusionOk="0">
                    <a:moveTo>
                      <a:pt x="0" y="60210"/>
                    </a:moveTo>
                    <a:cubicBezTo>
                      <a:pt x="0" y="39926"/>
                      <a:pt x="927" y="19843"/>
                      <a:pt x="2742" y="0"/>
                    </a:cubicBezTo>
                    <a:cubicBezTo>
                      <a:pt x="2742" y="0"/>
                      <a:pt x="1327608" y="0"/>
                      <a:pt x="1327608" y="0"/>
                    </a:cubicBezTo>
                    <a:cubicBezTo>
                      <a:pt x="1329423" y="19843"/>
                      <a:pt x="1330351" y="39926"/>
                      <a:pt x="1330351" y="60210"/>
                    </a:cubicBezTo>
                    <a:cubicBezTo>
                      <a:pt x="1330351" y="425115"/>
                      <a:pt x="1030080" y="725386"/>
                      <a:pt x="665174" y="725386"/>
                    </a:cubicBezTo>
                    <a:cubicBezTo>
                      <a:pt x="300270" y="725386"/>
                      <a:pt x="0" y="425115"/>
                      <a:pt x="0" y="60210"/>
                    </a:cubicBezTo>
                    <a:close/>
                  </a:path>
                </a:pathLst>
              </a:custGeom>
              <a:solidFill>
                <a:schemeClr val="bg1"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63500" dir="0" sx="120000" sy="120000" algn="ctr" rotWithShape="0">
                  <a:schemeClr val="tx1">
                    <a:alpha val="4000"/>
                  </a:schemeClr>
                </a:outerShdw>
              </a:effectLst>
            </p:spPr>
          </p:sp>
          <p:sp>
            <p:nvSpPr>
              <p:cNvPr id="1199234086" name=""/>
              <p:cNvSpPr/>
              <p:nvPr/>
            </p:nvSpPr>
            <p:spPr bwMode="auto">
              <a:xfrm rot="0" flipH="1" flipV="0">
                <a:off x="1142528" y="4409079"/>
                <a:ext cx="1858243" cy="1858243"/>
              </a:xfrm>
              <a:prstGeom prst="ellipse">
                <a:avLst/>
              </a:prstGeom>
              <a:solidFill>
                <a:schemeClr val="bg1"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96213679" name=""/>
              <p:cNvSpPr/>
              <p:nvPr/>
            </p:nvSpPr>
            <p:spPr bwMode="auto">
              <a:xfrm rot="0" flipH="0" flipV="1">
                <a:off x="0" y="2913183"/>
                <a:ext cx="1456425" cy="1456425"/>
              </a:xfrm>
              <a:prstGeom prst="ellipse">
                <a:avLst/>
              </a:prstGeom>
              <a:solidFill>
                <a:schemeClr val="bg1"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</p:grpSp>
      <p:sp>
        <p:nvSpPr>
          <p:cNvPr id="964666412" name=""/>
          <p:cNvSpPr/>
          <p:nvPr/>
        </p:nvSpPr>
        <p:spPr bwMode="auto">
          <a:xfrm rot="0" flipH="0" flipV="0">
            <a:off x="6350" y="0"/>
            <a:ext cx="12191997" cy="4928197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1247066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362693"/>
            <a:ext cx="10515600" cy="929646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77784734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8200" y="1427277"/>
            <a:ext cx="10515600" cy="271140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8010136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44550" y="4405383"/>
            <a:ext cx="2743200" cy="365124"/>
          </a:xfrm>
        </p:spPr>
        <p:txBody>
          <a:bodyPr/>
          <a:lstStyle/>
          <a:p>
            <a:pPr>
              <a:defRPr/>
            </a:pPr>
            <a:fld id="{B3CF5521-21F6-546E-DD3A-2F33B4A1F635}" type="datetimeFigureOut">
              <a:rPr lang="en-US"/>
              <a:t/>
            </a:fld>
            <a:endParaRPr lang="en-US"/>
          </a:p>
        </p:txBody>
      </p:sp>
      <p:sp>
        <p:nvSpPr>
          <p:cNvPr id="702448046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44950" y="4405383"/>
            <a:ext cx="4114800" cy="365124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11390198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6950" y="4405383"/>
            <a:ext cx="2743200" cy="365124"/>
          </a:xfrm>
        </p:spPr>
        <p:txBody>
          <a:bodyPr/>
          <a:lstStyle/>
          <a:p>
            <a:pPr>
              <a:defRPr/>
            </a:pPr>
            <a:fld id="{B3B14672-477C-4D07-29C6-57C9217E797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bg>
      <p:bgPr shadeToTitle="0">
        <a:solidFill>
          <a:schemeClr val="bg2">
            <a:lumMod val="50000"/>
            <a:alpha val="49999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018544" name=""/>
          <p:cNvGrpSpPr/>
          <p:nvPr/>
        </p:nvGrpSpPr>
        <p:grpSpPr bwMode="auto">
          <a:xfrm rot="0" flipH="1" flipV="1">
            <a:off x="0" y="0"/>
            <a:ext cx="12191997" cy="6858000"/>
            <a:chOff x="0" y="0"/>
            <a:chExt cx="12191997" cy="6858000"/>
          </a:xfrm>
        </p:grpSpPr>
        <p:grpSp>
          <p:nvGrpSpPr>
            <p:cNvPr id="1432747716" name=""/>
            <p:cNvGrpSpPr/>
            <p:nvPr/>
          </p:nvGrpSpPr>
          <p:grpSpPr bwMode="auto">
            <a:xfrm>
              <a:off x="0" y="0"/>
              <a:ext cx="12191997" cy="6858000"/>
              <a:chOff x="0" y="0"/>
              <a:chExt cx="12191997" cy="6858000"/>
            </a:xfrm>
          </p:grpSpPr>
          <p:sp>
            <p:nvSpPr>
              <p:cNvPr id="27702059" name=""/>
              <p:cNvSpPr/>
              <p:nvPr/>
            </p:nvSpPr>
            <p:spPr bwMode="auto">
              <a:xfrm rot="0" flipH="0" flipV="0">
                <a:off x="7076160" y="1104129"/>
                <a:ext cx="2325486" cy="2325486"/>
              </a:xfrm>
              <a:prstGeom prst="ellipse">
                <a:avLst/>
              </a:prstGeom>
              <a:solidFill>
                <a:schemeClr val="bg2">
                  <a:lumMod val="90000"/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075109777" name=""/>
              <p:cNvSpPr/>
              <p:nvPr/>
            </p:nvSpPr>
            <p:spPr bwMode="auto">
              <a:xfrm rot="0" flipH="0" flipV="0">
                <a:off x="8196912" y="2705956"/>
                <a:ext cx="1822632" cy="1822632"/>
              </a:xfrm>
              <a:prstGeom prst="ellipse">
                <a:avLst/>
              </a:prstGeom>
              <a:solidFill>
                <a:schemeClr val="bg2">
                  <a:lumMod val="90000"/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63500" dir="0" sx="120000" sy="120000" algn="ctr" rotWithShape="0">
                  <a:schemeClr val="tx1">
                    <a:alpha val="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03086392" name=""/>
              <p:cNvSpPr/>
              <p:nvPr/>
            </p:nvSpPr>
            <p:spPr bwMode="auto">
              <a:xfrm rot="0" flipH="0" flipV="0">
                <a:off x="3845917" y="2328508"/>
                <a:ext cx="3168675" cy="3168675"/>
              </a:xfrm>
              <a:prstGeom prst="ellipse">
                <a:avLst/>
              </a:prstGeom>
              <a:solidFill>
                <a:schemeClr val="bg2">
                  <a:lumMod val="90000"/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1691040616" name=""/>
              <p:cNvSpPr/>
              <p:nvPr/>
            </p:nvSpPr>
            <p:spPr bwMode="auto">
              <a:xfrm rot="0" flipH="1" flipV="1">
                <a:off x="10212363" y="395784"/>
                <a:ext cx="1087321" cy="1087321"/>
              </a:xfrm>
              <a:prstGeom prst="ellipse">
                <a:avLst/>
              </a:prstGeom>
              <a:solidFill>
                <a:schemeClr val="bg2">
                  <a:lumMod val="90000"/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49727176" name=""/>
              <p:cNvSpPr/>
              <p:nvPr/>
            </p:nvSpPr>
            <p:spPr bwMode="auto">
              <a:xfrm>
                <a:off x="3269260" y="0"/>
                <a:ext cx="1858243" cy="1554509"/>
              </a:xfrm>
              <a:custGeom>
                <a:avLst/>
                <a:gdLst/>
                <a:ahLst/>
                <a:cxnLst/>
                <a:rect l="0" t="0" r="r" b="b"/>
                <a:pathLst>
                  <a:path w="1858246" h="1554512" fill="norm" stroke="1" extrusionOk="0">
                    <a:moveTo>
                      <a:pt x="929123" y="1554512"/>
                    </a:moveTo>
                    <a:cubicBezTo>
                      <a:pt x="419420" y="1554512"/>
                      <a:pt x="0" y="1135090"/>
                      <a:pt x="0" y="625389"/>
                    </a:cubicBezTo>
                    <a:cubicBezTo>
                      <a:pt x="0" y="385485"/>
                      <a:pt x="92915" y="165583"/>
                      <a:pt x="244428" y="0"/>
                    </a:cubicBezTo>
                    <a:cubicBezTo>
                      <a:pt x="244428" y="0"/>
                      <a:pt x="1613817" y="0"/>
                      <a:pt x="1613817" y="0"/>
                    </a:cubicBezTo>
                    <a:cubicBezTo>
                      <a:pt x="1765330" y="165583"/>
                      <a:pt x="1858246" y="385485"/>
                      <a:pt x="1858246" y="625389"/>
                    </a:cubicBezTo>
                    <a:cubicBezTo>
                      <a:pt x="1858246" y="1135090"/>
                      <a:pt x="1438824" y="1554512"/>
                      <a:pt x="929123" y="1554512"/>
                    </a:cubicBezTo>
                    <a:close/>
                  </a:path>
                </a:pathLst>
              </a:custGeom>
              <a:solidFill>
                <a:schemeClr val="bg2">
                  <a:lumMod val="90000"/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</p:sp>
          <p:sp>
            <p:nvSpPr>
              <p:cNvPr id="1502993424" name=""/>
              <p:cNvSpPr/>
              <p:nvPr/>
            </p:nvSpPr>
            <p:spPr bwMode="auto">
              <a:xfrm>
                <a:off x="10480349" y="4066715"/>
                <a:ext cx="1711647" cy="1858243"/>
              </a:xfrm>
              <a:custGeom>
                <a:avLst/>
                <a:gdLst/>
                <a:ahLst/>
                <a:cxnLst/>
                <a:rect l="0" t="0" r="r" b="b"/>
                <a:pathLst>
                  <a:path w="1711648" h="1858246" fill="norm" stroke="1" extrusionOk="0">
                    <a:moveTo>
                      <a:pt x="929123" y="1858246"/>
                    </a:moveTo>
                    <a:cubicBezTo>
                      <a:pt x="419420" y="1858246"/>
                      <a:pt x="0" y="1438824"/>
                      <a:pt x="0" y="929123"/>
                    </a:cubicBezTo>
                    <a:cubicBezTo>
                      <a:pt x="0" y="419421"/>
                      <a:pt x="419420" y="0"/>
                      <a:pt x="929123" y="0"/>
                    </a:cubicBezTo>
                    <a:cubicBezTo>
                      <a:pt x="1256064" y="0"/>
                      <a:pt x="1545861" y="172568"/>
                      <a:pt x="1711648" y="430839"/>
                    </a:cubicBezTo>
                    <a:cubicBezTo>
                      <a:pt x="1711648" y="430839"/>
                      <a:pt x="1711648" y="1427406"/>
                      <a:pt x="1711648" y="1427406"/>
                    </a:cubicBezTo>
                    <a:cubicBezTo>
                      <a:pt x="1545861" y="1685677"/>
                      <a:pt x="1256064" y="1858246"/>
                      <a:pt x="929123" y="1858246"/>
                    </a:cubicBezTo>
                    <a:close/>
                  </a:path>
                </a:pathLst>
              </a:custGeom>
              <a:solidFill>
                <a:schemeClr val="bg2">
                  <a:lumMod val="90000"/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</p:sp>
          <p:sp>
            <p:nvSpPr>
              <p:cNvPr id="432056552" name=""/>
              <p:cNvSpPr/>
              <p:nvPr/>
            </p:nvSpPr>
            <p:spPr bwMode="auto">
              <a:xfrm>
                <a:off x="0" y="839522"/>
                <a:ext cx="1222124" cy="1456424"/>
              </a:xfrm>
              <a:custGeom>
                <a:avLst/>
                <a:gdLst/>
                <a:ahLst/>
                <a:cxnLst/>
                <a:rect l="0" t="0" r="r" b="b"/>
                <a:pathLst>
                  <a:path w="1222127" h="1456428" fill="norm" stroke="1" extrusionOk="0">
                    <a:moveTo>
                      <a:pt x="493913" y="0"/>
                    </a:moveTo>
                    <a:cubicBezTo>
                      <a:pt x="893400" y="0"/>
                      <a:pt x="1222127" y="328727"/>
                      <a:pt x="1222127" y="728214"/>
                    </a:cubicBezTo>
                    <a:cubicBezTo>
                      <a:pt x="1222127" y="1127700"/>
                      <a:pt x="893400" y="1456428"/>
                      <a:pt x="493913" y="1456428"/>
                    </a:cubicBezTo>
                    <a:cubicBezTo>
                      <a:pt x="304065" y="1456428"/>
                      <a:pt x="130199" y="1382187"/>
                      <a:pt x="0" y="1261393"/>
                    </a:cubicBezTo>
                    <a:cubicBezTo>
                      <a:pt x="0" y="1261393"/>
                      <a:pt x="0" y="195034"/>
                      <a:pt x="0" y="195034"/>
                    </a:cubicBezTo>
                    <a:cubicBezTo>
                      <a:pt x="130199" y="74240"/>
                      <a:pt x="304065" y="0"/>
                      <a:pt x="493913" y="0"/>
                    </a:cubicBezTo>
                    <a:close/>
                  </a:path>
                </a:pathLst>
              </a:custGeom>
              <a:solidFill>
                <a:schemeClr val="bg2">
                  <a:lumMod val="90000"/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</p:sp>
          <p:sp>
            <p:nvSpPr>
              <p:cNvPr id="5366838" name=""/>
              <p:cNvSpPr/>
              <p:nvPr/>
            </p:nvSpPr>
            <p:spPr bwMode="auto">
              <a:xfrm>
                <a:off x="0" y="3599470"/>
                <a:ext cx="1759394" cy="1858241"/>
              </a:xfrm>
              <a:custGeom>
                <a:avLst/>
                <a:gdLst/>
                <a:ahLst/>
                <a:cxnLst/>
                <a:rect l="0" t="0" r="r" b="b"/>
                <a:pathLst>
                  <a:path w="1759397" h="1858245" fill="norm" stroke="1" extrusionOk="0">
                    <a:moveTo>
                      <a:pt x="830275" y="0"/>
                    </a:moveTo>
                    <a:cubicBezTo>
                      <a:pt x="1339976" y="0"/>
                      <a:pt x="1759397" y="419421"/>
                      <a:pt x="1759397" y="929123"/>
                    </a:cubicBezTo>
                    <a:cubicBezTo>
                      <a:pt x="1759397" y="1438825"/>
                      <a:pt x="1339976" y="1858245"/>
                      <a:pt x="830275" y="1858245"/>
                    </a:cubicBezTo>
                    <a:cubicBezTo>
                      <a:pt x="469215" y="1858245"/>
                      <a:pt x="153459" y="1647783"/>
                      <a:pt x="0" y="1343853"/>
                    </a:cubicBezTo>
                    <a:cubicBezTo>
                      <a:pt x="0" y="1343853"/>
                      <a:pt x="0" y="514392"/>
                      <a:pt x="0" y="514392"/>
                    </a:cubicBezTo>
                    <a:cubicBezTo>
                      <a:pt x="153459" y="210462"/>
                      <a:pt x="469215" y="0"/>
                      <a:pt x="830275" y="0"/>
                    </a:cubicBezTo>
                    <a:close/>
                  </a:path>
                </a:pathLst>
              </a:custGeom>
              <a:solidFill>
                <a:schemeClr val="bg2">
                  <a:lumMod val="90000"/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</p:sp>
          <p:sp>
            <p:nvSpPr>
              <p:cNvPr id="1312551280" name=""/>
              <p:cNvSpPr/>
              <p:nvPr/>
            </p:nvSpPr>
            <p:spPr bwMode="auto">
              <a:xfrm>
                <a:off x="2227151" y="5497191"/>
                <a:ext cx="1456423" cy="1360809"/>
              </a:xfrm>
              <a:custGeom>
                <a:avLst/>
                <a:gdLst/>
                <a:ahLst/>
                <a:cxnLst/>
                <a:rect l="0" t="0" r="r" b="b"/>
                <a:pathLst>
                  <a:path w="1456426" h="1360809" fill="norm" stroke="1" extrusionOk="0">
                    <a:moveTo>
                      <a:pt x="728213" y="0"/>
                    </a:moveTo>
                    <a:cubicBezTo>
                      <a:pt x="1127699" y="0"/>
                      <a:pt x="1456426" y="328727"/>
                      <a:pt x="1456426" y="728214"/>
                    </a:cubicBezTo>
                    <a:cubicBezTo>
                      <a:pt x="1456427" y="997647"/>
                      <a:pt x="1306895" y="1234893"/>
                      <a:pt x="1086974" y="1360809"/>
                    </a:cubicBezTo>
                    <a:cubicBezTo>
                      <a:pt x="1086974" y="1360809"/>
                      <a:pt x="369452" y="1360809"/>
                      <a:pt x="369452" y="1360809"/>
                    </a:cubicBezTo>
                    <a:cubicBezTo>
                      <a:pt x="149531" y="1234893"/>
                      <a:pt x="0" y="997647"/>
                      <a:pt x="0" y="728214"/>
                    </a:cubicBezTo>
                    <a:cubicBezTo>
                      <a:pt x="0" y="328727"/>
                      <a:pt x="328726" y="0"/>
                      <a:pt x="728213" y="0"/>
                    </a:cubicBezTo>
                    <a:close/>
                  </a:path>
                </a:pathLst>
              </a:custGeom>
              <a:solidFill>
                <a:schemeClr val="bg2">
                  <a:lumMod val="90000"/>
                  <a:alpha val="3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</p:sp>
        </p:grpSp>
        <p:grpSp>
          <p:nvGrpSpPr>
            <p:cNvPr id="950398617" name=""/>
            <p:cNvGrpSpPr/>
            <p:nvPr/>
          </p:nvGrpSpPr>
          <p:grpSpPr bwMode="auto">
            <a:xfrm>
              <a:off x="1851003" y="0"/>
              <a:ext cx="9634324" cy="6858000"/>
              <a:chOff x="0" y="0"/>
              <a:chExt cx="9634324" cy="6858000"/>
            </a:xfrm>
          </p:grpSpPr>
          <p:sp>
            <p:nvSpPr>
              <p:cNvPr id="1992628157" name=""/>
              <p:cNvSpPr/>
              <p:nvPr/>
            </p:nvSpPr>
            <p:spPr bwMode="auto">
              <a:xfrm rot="0" flipH="0" flipV="1">
                <a:off x="7308837" y="1779516"/>
                <a:ext cx="2325486" cy="2325486"/>
              </a:xfrm>
              <a:prstGeom prst="ellipse">
                <a:avLst/>
              </a:prstGeom>
              <a:solidFill>
                <a:schemeClr val="bg2">
                  <a:alpha val="4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528932369" name=""/>
              <p:cNvSpPr/>
              <p:nvPr/>
            </p:nvSpPr>
            <p:spPr bwMode="auto">
              <a:xfrm>
                <a:off x="5038030" y="4690922"/>
                <a:ext cx="3168675" cy="2167074"/>
              </a:xfrm>
              <a:custGeom>
                <a:avLst/>
                <a:gdLst/>
                <a:ahLst/>
                <a:cxnLst/>
                <a:rect l="0" t="0" r="r" b="b"/>
                <a:pathLst>
                  <a:path w="3168679" h="2167075" fill="norm" stroke="1" extrusionOk="0">
                    <a:moveTo>
                      <a:pt x="0" y="1584339"/>
                    </a:moveTo>
                    <a:cubicBezTo>
                      <a:pt x="0" y="715195"/>
                      <a:pt x="715197" y="0"/>
                      <a:pt x="1584340" y="0"/>
                    </a:cubicBezTo>
                    <a:cubicBezTo>
                      <a:pt x="2453483" y="0"/>
                      <a:pt x="3168679" y="715195"/>
                      <a:pt x="3168679" y="1584339"/>
                    </a:cubicBezTo>
                    <a:cubicBezTo>
                      <a:pt x="3168679" y="1789639"/>
                      <a:pt x="3128774" y="1986350"/>
                      <a:pt x="3056362" y="2167075"/>
                    </a:cubicBezTo>
                    <a:cubicBezTo>
                      <a:pt x="3056362" y="2167075"/>
                      <a:pt x="112316" y="2167075"/>
                      <a:pt x="112316" y="2167075"/>
                    </a:cubicBezTo>
                    <a:cubicBezTo>
                      <a:pt x="39904" y="1986350"/>
                      <a:pt x="0" y="1789639"/>
                      <a:pt x="0" y="1584339"/>
                    </a:cubicBezTo>
                    <a:close/>
                  </a:path>
                </a:pathLst>
              </a:custGeom>
              <a:solidFill>
                <a:schemeClr val="bg2">
                  <a:alpha val="4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</p:sp>
          <p:sp>
            <p:nvSpPr>
              <p:cNvPr id="246855140" name=""/>
              <p:cNvSpPr/>
              <p:nvPr/>
            </p:nvSpPr>
            <p:spPr bwMode="auto">
              <a:xfrm rot="0" flipH="1" flipV="0">
                <a:off x="2170730" y="863643"/>
                <a:ext cx="1087321" cy="1087321"/>
              </a:xfrm>
              <a:prstGeom prst="ellipse">
                <a:avLst/>
              </a:prstGeom>
              <a:solidFill>
                <a:schemeClr val="bg2">
                  <a:alpha val="4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216073983" name=""/>
              <p:cNvSpPr/>
              <p:nvPr/>
            </p:nvSpPr>
            <p:spPr bwMode="auto">
              <a:xfrm rot="0" flipH="0" flipV="0">
                <a:off x="135450" y="0"/>
                <a:ext cx="1858241" cy="1596430"/>
              </a:xfrm>
              <a:custGeom>
                <a:avLst/>
                <a:gdLst/>
                <a:ahLst/>
                <a:cxnLst/>
                <a:rect l="0" t="0" r="r" b="b"/>
                <a:pathLst>
                  <a:path w="1858245" h="1596433" fill="norm" stroke="1" extrusionOk="0">
                    <a:moveTo>
                      <a:pt x="0" y="667311"/>
                    </a:moveTo>
                    <a:cubicBezTo>
                      <a:pt x="0" y="406556"/>
                      <a:pt x="109769" y="169429"/>
                      <a:pt x="285240" y="0"/>
                    </a:cubicBezTo>
                    <a:cubicBezTo>
                      <a:pt x="285240" y="0"/>
                      <a:pt x="1573005" y="0"/>
                      <a:pt x="1573005" y="0"/>
                    </a:cubicBezTo>
                    <a:cubicBezTo>
                      <a:pt x="1748476" y="169429"/>
                      <a:pt x="1858245" y="406556"/>
                      <a:pt x="1858245" y="667311"/>
                    </a:cubicBezTo>
                    <a:cubicBezTo>
                      <a:pt x="1858245" y="1177011"/>
                      <a:pt x="1438825" y="1596433"/>
                      <a:pt x="929122" y="1596433"/>
                    </a:cubicBezTo>
                    <a:cubicBezTo>
                      <a:pt x="419421" y="1596433"/>
                      <a:pt x="0" y="1177011"/>
                      <a:pt x="0" y="667311"/>
                    </a:cubicBezTo>
                    <a:close/>
                  </a:path>
                </a:pathLst>
              </a:custGeom>
              <a:solidFill>
                <a:schemeClr val="bg2">
                  <a:alpha val="4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</p:sp>
          <p:sp>
            <p:nvSpPr>
              <p:cNvPr id="1361819428" name=""/>
              <p:cNvSpPr/>
              <p:nvPr/>
            </p:nvSpPr>
            <p:spPr bwMode="auto">
              <a:xfrm rot="0" flipH="0" flipV="0">
                <a:off x="4536585" y="0"/>
                <a:ext cx="1330348" cy="725383"/>
              </a:xfrm>
              <a:custGeom>
                <a:avLst/>
                <a:gdLst/>
                <a:ahLst/>
                <a:cxnLst/>
                <a:rect l="0" t="0" r="r" b="b"/>
                <a:pathLst>
                  <a:path w="1330351" h="725386" fill="norm" stroke="1" extrusionOk="0">
                    <a:moveTo>
                      <a:pt x="0" y="60210"/>
                    </a:moveTo>
                    <a:cubicBezTo>
                      <a:pt x="0" y="39926"/>
                      <a:pt x="927" y="19843"/>
                      <a:pt x="2742" y="0"/>
                    </a:cubicBezTo>
                    <a:cubicBezTo>
                      <a:pt x="2742" y="0"/>
                      <a:pt x="1327608" y="0"/>
                      <a:pt x="1327608" y="0"/>
                    </a:cubicBezTo>
                    <a:cubicBezTo>
                      <a:pt x="1329423" y="19843"/>
                      <a:pt x="1330351" y="39926"/>
                      <a:pt x="1330351" y="60210"/>
                    </a:cubicBezTo>
                    <a:cubicBezTo>
                      <a:pt x="1330351" y="425115"/>
                      <a:pt x="1030080" y="725386"/>
                      <a:pt x="665174" y="725386"/>
                    </a:cubicBezTo>
                    <a:cubicBezTo>
                      <a:pt x="300270" y="725386"/>
                      <a:pt x="0" y="425115"/>
                      <a:pt x="0" y="60210"/>
                    </a:cubicBezTo>
                    <a:close/>
                  </a:path>
                </a:pathLst>
              </a:custGeom>
              <a:solidFill>
                <a:schemeClr val="bg2">
                  <a:alpha val="4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63500" dir="0" sx="120000" sy="120000" algn="ctr" rotWithShape="0">
                  <a:schemeClr val="tx1">
                    <a:alpha val="4000"/>
                  </a:schemeClr>
                </a:outerShdw>
              </a:effectLst>
            </p:spPr>
          </p:sp>
          <p:sp>
            <p:nvSpPr>
              <p:cNvPr id="1510468018" name=""/>
              <p:cNvSpPr/>
              <p:nvPr/>
            </p:nvSpPr>
            <p:spPr bwMode="auto">
              <a:xfrm rot="0" flipH="1" flipV="0">
                <a:off x="1142527" y="4409078"/>
                <a:ext cx="1858241" cy="1858241"/>
              </a:xfrm>
              <a:prstGeom prst="ellipse">
                <a:avLst/>
              </a:prstGeom>
              <a:solidFill>
                <a:schemeClr val="bg2">
                  <a:alpha val="4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  <p:sp>
            <p:nvSpPr>
              <p:cNvPr id="798027512" name=""/>
              <p:cNvSpPr/>
              <p:nvPr/>
            </p:nvSpPr>
            <p:spPr bwMode="auto">
              <a:xfrm rot="0" flipH="0" flipV="1">
                <a:off x="0" y="2913183"/>
                <a:ext cx="1456424" cy="1456424"/>
              </a:xfrm>
              <a:prstGeom prst="ellipse">
                <a:avLst/>
              </a:prstGeom>
              <a:solidFill>
                <a:schemeClr val="bg2">
                  <a:alpha val="40000"/>
                </a:schemeClr>
              </a:solidFill>
              <a:ln w="12699" cap="flat" cmpd="sng" algn="ctr">
                <a:noFill/>
                <a:prstDash val="solid"/>
                <a:miter lim="800000"/>
              </a:ln>
              <a:effectLst>
                <a:outerShdw blurRad="50800" dist="50800" dir="0" sx="120000" sy="120000" algn="ctr" rotWithShape="0">
                  <a:schemeClr val="tx1">
                    <a:alpha val="4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sp>
        </p:grpSp>
      </p:grpSp>
      <p:sp>
        <p:nvSpPr>
          <p:cNvPr id="1475761906" name=""/>
          <p:cNvSpPr/>
          <p:nvPr/>
        </p:nvSpPr>
        <p:spPr bwMode="auto">
          <a:xfrm rot="0" flipH="0" flipV="0">
            <a:off x="6349" y="0"/>
            <a:ext cx="12191996" cy="4928196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8586680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7" y="362692"/>
            <a:ext cx="10515600" cy="929646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36865821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8198" y="1427276"/>
            <a:ext cx="10515600" cy="271140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17395440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44549" y="4405383"/>
            <a:ext cx="2743200" cy="365123"/>
          </a:xfrm>
        </p:spPr>
        <p:txBody>
          <a:bodyPr/>
          <a:lstStyle/>
          <a:p>
            <a:pPr>
              <a:defRPr/>
            </a:pPr>
            <a:fld id="{D1C203D2-D29C-1328-633A-478BCF5A71B3}" type="datetimeFigureOut">
              <a:rPr lang="en-US"/>
              <a:t/>
            </a:fld>
            <a:endParaRPr lang="en-US"/>
          </a:p>
        </p:txBody>
      </p:sp>
      <p:sp>
        <p:nvSpPr>
          <p:cNvPr id="206897594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44949" y="4405383"/>
            <a:ext cx="4114800" cy="365123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58199435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6949" y="4405383"/>
            <a:ext cx="2743200" cy="365123"/>
          </a:xfrm>
        </p:spPr>
        <p:txBody>
          <a:bodyPr/>
          <a:lstStyle/>
          <a:p>
            <a:pPr>
              <a:defRPr/>
            </a:pPr>
            <a:fld id="{C6853D2D-3D23-E77E-EBCB-304B4E42AE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07685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0827020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9119873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6841348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9213513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5596253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3168032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2646655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2444633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9046184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93500815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7449713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2577021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3544789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524204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6691529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8322471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9953868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164884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62743371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0497243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9385951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60044912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1242779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5614643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3585349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813000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224106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51738530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08654251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8068294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7195340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4116777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16126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75326952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984479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2062210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2337559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06352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1783920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258551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6616335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7726562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981838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5696615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3904645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4931922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2054159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2">
            <a:lumMod val="50000"/>
            <a:alpha val="49999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0605913" name=""/>
          <p:cNvSpPr/>
          <p:nvPr/>
        </p:nvSpPr>
        <p:spPr bwMode="auto">
          <a:xfrm rot="0" flipH="1" flipV="1">
            <a:off x="10267186" y="3400197"/>
            <a:ext cx="1468799" cy="1468799"/>
          </a:xfrm>
          <a:prstGeom prst="ellipse">
            <a:avLst/>
          </a:prstGeom>
          <a:solidFill>
            <a:schemeClr val="accent5">
              <a:lumMod val="50000"/>
              <a:alpha val="10000"/>
            </a:schemeClr>
          </a:solidFill>
          <a:ln w="12699" cap="flat" cmpd="sng" algn="ctr">
            <a:noFill/>
            <a:prstDash val="solid"/>
            <a:miter lim="800000"/>
          </a:ln>
          <a:effectLst>
            <a:outerShdw blurRad="50800" dist="50800" dir="0" sx="120000" sy="120000" algn="ctr" rotWithShape="0">
              <a:schemeClr val="tx1">
                <a:alpha val="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6656218" name=""/>
          <p:cNvSpPr/>
          <p:nvPr/>
        </p:nvSpPr>
        <p:spPr bwMode="auto">
          <a:xfrm rot="0" flipH="1" flipV="1">
            <a:off x="6420722" y="4769143"/>
            <a:ext cx="1688951" cy="1688951"/>
          </a:xfrm>
          <a:prstGeom prst="ellipse">
            <a:avLst/>
          </a:prstGeom>
          <a:solidFill>
            <a:schemeClr val="bg2">
              <a:lumMod val="90000"/>
              <a:alpha val="49999"/>
            </a:schemeClr>
          </a:solidFill>
          <a:ln w="12699" cap="flat" cmpd="sng" algn="ctr">
            <a:noFill/>
            <a:prstDash val="solid"/>
            <a:miter lim="800000"/>
          </a:ln>
          <a:effectLst>
            <a:outerShdw blurRad="50800" dist="50800" dir="0" sx="120000" sy="120000" algn="ctr" rotWithShape="0">
              <a:schemeClr val="tx1">
                <a:alpha val="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9987724" name=""/>
          <p:cNvSpPr txBox="1"/>
          <p:nvPr/>
        </p:nvSpPr>
        <p:spPr bwMode="auto">
          <a:xfrm rot="0" flipH="0" flipV="0">
            <a:off x="808299" y="5823510"/>
            <a:ext cx="10468940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lang="en-GB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MauiScreenTime</a:t>
            </a: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| </a:t>
            </a:r>
            <a:r>
              <a:rPr lang="en-GB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24/03/26</a:t>
            </a:r>
            <a:endParaRPr/>
          </a:p>
        </p:txBody>
      </p:sp>
      <p:sp>
        <p:nvSpPr>
          <p:cNvPr id="45219872" name=""/>
          <p:cNvSpPr/>
          <p:nvPr/>
        </p:nvSpPr>
        <p:spPr bwMode="auto">
          <a:xfrm rot="0" flipH="0" flipV="0">
            <a:off x="948979" y="635665"/>
            <a:ext cx="1323740" cy="1323740"/>
          </a:xfrm>
          <a:prstGeom prst="ellipse">
            <a:avLst/>
          </a:prstGeom>
          <a:solidFill>
            <a:schemeClr val="bg2">
              <a:alpha val="60000"/>
            </a:schemeClr>
          </a:solidFill>
          <a:ln w="12699" cap="flat" cmpd="sng" algn="ctr">
            <a:noFill/>
            <a:prstDash val="solid"/>
            <a:miter lim="800000"/>
          </a:ln>
          <a:effectLst>
            <a:outerShdw blurRad="50800" dist="50800" dir="0" sx="120000" sy="120000" algn="ctr" rotWithShape="0">
              <a:schemeClr val="tx1">
                <a:alpha val="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1719178" name=""/>
          <p:cNvSpPr/>
          <p:nvPr/>
        </p:nvSpPr>
        <p:spPr bwMode="auto">
          <a:xfrm rot="0" flipH="0" flipV="0">
            <a:off x="7591952" y="876161"/>
            <a:ext cx="2113627" cy="2113627"/>
          </a:xfrm>
          <a:prstGeom prst="ellipse">
            <a:avLst/>
          </a:prstGeom>
          <a:solidFill>
            <a:schemeClr val="accent5">
              <a:lumMod val="50000"/>
              <a:alpha val="10000"/>
            </a:schemeClr>
          </a:solidFill>
          <a:ln w="12699" cap="flat" cmpd="sng" algn="ctr">
            <a:noFill/>
            <a:prstDash val="solid"/>
            <a:miter lim="800000"/>
          </a:ln>
          <a:effectLst>
            <a:outerShdw blurRad="50800" dist="50800" dir="0" sx="120000" sy="120000" algn="ctr" rotWithShape="0">
              <a:schemeClr val="tx1">
                <a:alpha val="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93222334" name=""/>
          <p:cNvSpPr/>
          <p:nvPr/>
        </p:nvSpPr>
        <p:spPr bwMode="auto">
          <a:xfrm rot="0" flipH="0" flipV="0">
            <a:off x="418135" y="2332058"/>
            <a:ext cx="1688951" cy="1688951"/>
          </a:xfrm>
          <a:prstGeom prst="ellipse">
            <a:avLst/>
          </a:prstGeom>
          <a:solidFill>
            <a:schemeClr val="bg2">
              <a:alpha val="49999"/>
            </a:schemeClr>
          </a:solidFill>
          <a:ln w="12699" cap="flat" cmpd="sng" algn="ctr">
            <a:noFill/>
            <a:prstDash val="solid"/>
            <a:miter lim="800000"/>
          </a:ln>
          <a:effectLst>
            <a:outerShdw blurRad="50800" dist="50800" dir="0" sx="120000" sy="120000" algn="ctr" rotWithShape="0">
              <a:schemeClr val="tx1">
                <a:alpha val="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5800076" name=""/>
          <p:cNvSpPr/>
          <p:nvPr/>
        </p:nvSpPr>
        <p:spPr bwMode="auto">
          <a:xfrm rot="0" flipH="0" flipV="0">
            <a:off x="493442" y="5878024"/>
            <a:ext cx="911074" cy="911074"/>
          </a:xfrm>
          <a:prstGeom prst="ellipse">
            <a:avLst/>
          </a:prstGeom>
          <a:solidFill>
            <a:schemeClr val="bg1">
              <a:alpha val="40000"/>
            </a:schemeClr>
          </a:solidFill>
          <a:ln w="12699" cap="flat" cmpd="sng" algn="ctr">
            <a:noFill/>
            <a:prstDash val="solid"/>
            <a:miter lim="800000"/>
          </a:ln>
          <a:effectLst>
            <a:outerShdw blurRad="50800" dist="50800" dir="0" sx="120000" sy="120000" algn="ctr" rotWithShape="0">
              <a:schemeClr val="tx1">
                <a:alpha val="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61510406" name=""/>
          <p:cNvSpPr/>
          <p:nvPr/>
        </p:nvSpPr>
        <p:spPr bwMode="auto">
          <a:xfrm rot="0" flipH="0" flipV="0">
            <a:off x="4655998" y="1988997"/>
            <a:ext cx="2880000" cy="2880000"/>
          </a:xfrm>
          <a:prstGeom prst="ellipse">
            <a:avLst/>
          </a:prstGeom>
          <a:solidFill>
            <a:schemeClr val="bg2">
              <a:alpha val="40000"/>
            </a:schemeClr>
          </a:solidFill>
          <a:ln w="12699" cap="flat" cmpd="sng" algn="ctr">
            <a:noFill/>
            <a:prstDash val="solid"/>
            <a:miter lim="800000"/>
          </a:ln>
          <a:effectLst>
            <a:outerShdw blurRad="50800" dist="50800" dir="0" sx="120000" sy="120000" algn="ctr" rotWithShape="0">
              <a:schemeClr val="tx1">
                <a:alpha val="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0050734" name=""/>
          <p:cNvSpPr/>
          <p:nvPr/>
        </p:nvSpPr>
        <p:spPr bwMode="auto">
          <a:xfrm rot="0" flipH="1" flipV="0">
            <a:off x="3169600" y="1988997"/>
            <a:ext cx="988264" cy="988264"/>
          </a:xfrm>
          <a:prstGeom prst="ellipse">
            <a:avLst/>
          </a:prstGeom>
          <a:solidFill>
            <a:schemeClr val="accent5">
              <a:alpha val="99999"/>
            </a:schemeClr>
          </a:solidFill>
          <a:ln w="12699" cap="flat" cmpd="sng" algn="ctr">
            <a:noFill/>
            <a:prstDash val="solid"/>
            <a:miter lim="800000"/>
          </a:ln>
          <a:effectLst>
            <a:outerShdw blurRad="50800" dist="50800" dir="0" sx="120000" sy="120000" algn="ctr" rotWithShape="0">
              <a:schemeClr val="tx1">
                <a:alpha val="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4490403" name=""/>
          <p:cNvSpPr/>
          <p:nvPr/>
        </p:nvSpPr>
        <p:spPr bwMode="auto">
          <a:xfrm rot="0" flipH="1" flipV="1">
            <a:off x="18188484" y="967243"/>
            <a:ext cx="1688951" cy="1688951"/>
          </a:xfrm>
          <a:prstGeom prst="ellipse">
            <a:avLst/>
          </a:prstGeom>
          <a:solidFill>
            <a:schemeClr val="bg1"/>
          </a:solidFill>
          <a:ln w="12699" cap="flat" cmpd="sng" algn="ctr">
            <a:noFill/>
            <a:prstDash val="solid"/>
            <a:miter lim="800000"/>
          </a:ln>
          <a:effectLst>
            <a:outerShdw blurRad="50800" dist="50800" dir="0" sx="120000" sy="120000" algn="ctr" rotWithShape="0">
              <a:schemeClr val="tx1">
                <a:alpha val="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1545014" name=""/>
          <p:cNvSpPr/>
          <p:nvPr/>
        </p:nvSpPr>
        <p:spPr bwMode="auto">
          <a:xfrm rot="0" flipH="1" flipV="1">
            <a:off x="10441349" y="232353"/>
            <a:ext cx="1319945" cy="1319945"/>
          </a:xfrm>
          <a:prstGeom prst="ellipse">
            <a:avLst/>
          </a:prstGeom>
          <a:solidFill>
            <a:schemeClr val="bg2">
              <a:alpha val="89999"/>
            </a:schemeClr>
          </a:solidFill>
          <a:ln w="12699" cap="flat" cmpd="sng" algn="ctr">
            <a:noFill/>
            <a:prstDash val="solid"/>
            <a:miter lim="800000"/>
          </a:ln>
          <a:effectLst>
            <a:outerShdw blurRad="50800" dist="50800" dir="0" sx="120000" sy="120000" algn="ctr" rotWithShape="0">
              <a:schemeClr val="tx1">
                <a:alpha val="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9921651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809020" y="4778655"/>
            <a:ext cx="10458141" cy="800099"/>
          </a:xfrm>
        </p:spPr>
        <p:txBody>
          <a:bodyPr/>
          <a:lstStyle/>
          <a:p>
            <a:pPr marL="0" marR="0" indent="0" algn="r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None/>
              <a:defRPr/>
            </a:pPr>
            <a:r>
              <a:rPr lang="en-GB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MARKETING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PLAN 202</a:t>
            </a:r>
            <a:r>
              <a:rPr lang="en-GB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6</a:t>
            </a:r>
            <a:endParaRPr lang="en-US"/>
          </a:p>
        </p:txBody>
      </p:sp>
      <p:sp>
        <p:nvSpPr>
          <p:cNvPr id="2100543534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809020" y="761999"/>
            <a:ext cx="10458141" cy="3771900"/>
          </a:xfrm>
          <a:effectLst/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0000" lnSpcReduction="2000"/>
          </a:bodyPr>
          <a:lstStyle/>
          <a:p>
            <a:pPr algn="r">
              <a:defRPr/>
            </a:pPr>
            <a:r>
              <a:rPr lang="en-GB" sz="6400" b="1" i="0" u="none" strike="noStrike" cap="none" spc="283">
                <a:solidFill>
                  <a:schemeClr val="tx1"/>
                </a:solidFill>
                <a:latin typeface="Arial"/>
                <a:ea typeface="Arial"/>
                <a:cs typeface="Arial"/>
              </a:rPr>
              <a:t>CREATING</a:t>
            </a:r>
            <a:br>
              <a:rPr lang="en-GB" sz="6400" b="1" i="0" u="none" strike="noStrike" cap="none" spc="283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GB" sz="6400" b="1" i="0" u="none" strike="noStrike" cap="none" spc="283">
                <a:solidFill>
                  <a:schemeClr val="tx1"/>
                </a:solidFill>
                <a:latin typeface="Arial"/>
                <a:ea typeface="Arial"/>
                <a:cs typeface="Arial"/>
              </a:rPr>
              <a:t>THE</a:t>
            </a:r>
            <a:br>
              <a:rPr lang="en-US" sz="6400" b="1" i="0" u="none" strike="noStrike" cap="none" spc="283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GB" sz="10000" b="1" i="0" u="none" strike="noStrike" cap="none" spc="283">
                <a:solidFill>
                  <a:schemeClr val="accent5"/>
                </a:solidFill>
                <a:latin typeface="Arial"/>
                <a:ea typeface="Arial"/>
                <a:cs typeface="Arial"/>
              </a:rPr>
              <a:t>MARKETING</a:t>
            </a:r>
            <a:br>
              <a:rPr lang="en-US" sz="6400" b="1" i="0" u="none" strike="noStrike" cap="none" spc="283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US" sz="6400" b="1" i="0" u="none" strike="noStrike" cap="none" spc="283">
                <a:solidFill>
                  <a:schemeClr val="tx1"/>
                </a:solidFill>
                <a:latin typeface="Arial"/>
                <a:ea typeface="Arial"/>
                <a:cs typeface="Arial"/>
              </a:rPr>
              <a:t>PLAN</a:t>
            </a:r>
            <a:r>
              <a:rPr lang="en-US" sz="4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26" dur="5000" fill="hold"/>
                                        <p:tgtEl>
                                          <p:spTgt spid="452198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24" dur="5000" fill="hold"/>
                                        <p:tgtEl>
                                          <p:spTgt spid="11615104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" presetClass="path" presetSubtype="0" repeatCount="200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22" dur="2500" fill="hold"/>
                                        <p:tgtEl>
                                          <p:spTgt spid="2017191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8" presetClass="emph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0" dur="2500" fill="hold"/>
                                        <p:tgtEl>
                                          <p:spTgt spid="182580007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8" presetClass="emph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2500" fill="hold"/>
                                        <p:tgtEl>
                                          <p:spTgt spid="10932223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1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14" dur="5000" fill="hold"/>
                                        <p:tgtEl>
                                          <p:spTgt spid="6866562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5000" fill="hold"/>
                                        <p:tgtEl>
                                          <p:spTgt spid="2706059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1" presetClass="path" presetSubtype="0" repeatCount="200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10" dur="2500" fill="hold"/>
                                        <p:tgtEl>
                                          <p:spTgt spid="7800507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8" presetClass="emph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500" fill="hold"/>
                                        <p:tgtEl>
                                          <p:spTgt spid="72449040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" presetID="8" presetClass="emph" presetSubtype="0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500" fill="hold"/>
                                        <p:tgtEl>
                                          <p:spTgt spid="16115450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813411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472062" y="445946"/>
            <a:ext cx="7881734" cy="981329"/>
          </a:xfrm>
        </p:spPr>
        <p:txBody>
          <a:bodyPr/>
          <a:lstStyle/>
          <a:p>
            <a:pPr marL="0" marR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4000" b="1" i="0" u="none" strike="noStrike" cap="none" spc="283">
                <a:solidFill>
                  <a:schemeClr val="tx1"/>
                </a:solidFill>
                <a:latin typeface="Arial"/>
                <a:ea typeface="Arial"/>
                <a:cs typeface="Arial"/>
              </a:rPr>
              <a:t>EXECUTIVE </a:t>
            </a:r>
            <a:r>
              <a:rPr lang="en-US" sz="4000" b="1" i="0" u="none" strike="noStrike" cap="none" spc="283">
                <a:solidFill>
                  <a:schemeClr val="tx1"/>
                </a:solidFill>
                <a:latin typeface="Arial"/>
                <a:ea typeface="Arial"/>
                <a:cs typeface="Arial"/>
              </a:rPr>
              <a:t>SUMMARY</a:t>
            </a:r>
            <a:endParaRPr sz="3600"/>
          </a:p>
        </p:txBody>
      </p:sp>
      <p:sp>
        <p:nvSpPr>
          <p:cNvPr id="37776953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821347" y="1657349"/>
            <a:ext cx="8532450" cy="4519611"/>
          </a:xfrm>
        </p:spPr>
        <p:txBody>
          <a:bodyPr/>
          <a:lstStyle/>
          <a:p>
            <a:pPr>
              <a:lnSpc>
                <a:spcPct val="120000"/>
              </a:lnSpc>
              <a:defRPr/>
            </a:pPr>
            <a:r>
              <a:rPr lang="en-GB"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Creating the plan</a:t>
            </a:r>
            <a:endParaRPr lang="en-GB" sz="2800" b="0" i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20000"/>
              </a:lnSpc>
              <a:defRPr/>
            </a:pPr>
            <a:r>
              <a:rPr lang="en-GB"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Considering Product, Price, Place, Promotion</a:t>
            </a:r>
            <a:endParaRPr lang="en-GB" sz="2800" b="0" i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20000"/>
              </a:lnSpc>
              <a:defRPr/>
            </a:pPr>
            <a:r>
              <a:rPr lang="en-GB" sz="28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Target Audience</a:t>
            </a:r>
            <a:endParaRPr sz="2800"/>
          </a:p>
        </p:txBody>
      </p:sp>
      <p:sp>
        <p:nvSpPr>
          <p:cNvPr id="496819629" name=""/>
          <p:cNvSpPr/>
          <p:nvPr/>
        </p:nvSpPr>
        <p:spPr bwMode="auto">
          <a:xfrm rot="0" flipH="1" flipV="0">
            <a:off x="2350800" y="576611"/>
            <a:ext cx="720000" cy="720000"/>
          </a:xfrm>
          <a:prstGeom prst="ellipse">
            <a:avLst/>
          </a:prstGeom>
          <a:solidFill>
            <a:schemeClr val="accent5">
              <a:alpha val="99999"/>
            </a:schemeClr>
          </a:solidFill>
          <a:ln w="12699" cap="flat" cmpd="sng" algn="ctr">
            <a:noFill/>
            <a:prstDash val="solid"/>
            <a:miter lim="800000"/>
          </a:ln>
          <a:effectLst>
            <a:outerShdw blurRad="50800" dist="50800" dir="0" sx="120000" sy="120000" algn="ctr" rotWithShape="0">
              <a:schemeClr val="tx1">
                <a:alpha val="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819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68196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68196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134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8134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8134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276019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516227" y="2313659"/>
            <a:ext cx="9831222" cy="988263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marL="0" marR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4000" b="1" i="0" u="none" strike="noStrike" cap="none" spc="282">
                <a:solidFill>
                  <a:schemeClr val="tx1"/>
                </a:solidFill>
                <a:latin typeface="Arial"/>
                <a:ea typeface="Arial"/>
                <a:cs typeface="Arial"/>
              </a:rPr>
              <a:t>VISION &amp; MISSION</a:t>
            </a:r>
            <a:endParaRPr sz="4000" b="1" i="0" u="none" strike="noStrike" cap="none" spc="282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88496616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1849" y="3638549"/>
            <a:ext cx="10515600" cy="2451099"/>
          </a:xfrm>
        </p:spPr>
        <p:txBody>
          <a:bodyPr/>
          <a:lstStyle/>
          <a:p>
            <a:pPr>
              <a:lnSpc>
                <a:spcPct val="120000"/>
              </a:lnSpc>
              <a:defRPr/>
            </a:pPr>
            <a:r>
              <a:rPr lang="en-US" sz="20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Vision:</a:t>
            </a:r>
            <a:r>
              <a:rPr lang="en-US" sz="20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To </a:t>
            </a:r>
            <a:r>
              <a:rPr lang="en-GB" sz="20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thoroughly understand the user paint point in order to best market to the target audience </a:t>
            </a:r>
            <a:endParaRPr lang="en-US" sz="20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lnSpc>
                <a:spcPct val="120000"/>
              </a:lnSpc>
              <a:defRPr/>
            </a:pPr>
            <a:endParaRPr lang="en-US" sz="20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lnSpc>
                <a:spcPct val="120000"/>
              </a:lnSpc>
              <a:defRPr/>
            </a:pPr>
            <a:r>
              <a:rPr lang="en-US" sz="20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Mission: </a:t>
            </a:r>
            <a:r>
              <a:rPr lang="en-US" sz="20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 deliver value to our customer</a:t>
            </a:r>
            <a:r>
              <a:rPr lang="en-GB" sz="20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partners and environment through product longevity</a:t>
            </a:r>
            <a:r>
              <a:rPr lang="en-US" sz="20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and responsible growth.</a:t>
            </a:r>
            <a:endParaRPr/>
          </a:p>
        </p:txBody>
      </p:sp>
      <p:sp>
        <p:nvSpPr>
          <p:cNvPr id="379922722" name=""/>
          <p:cNvSpPr>
            <a:spLocks noChangeAspect="1"/>
          </p:cNvSpPr>
          <p:nvPr/>
        </p:nvSpPr>
        <p:spPr bwMode="auto">
          <a:xfrm rot="0" flipH="1" flipV="0">
            <a:off x="374400" y="2447791"/>
            <a:ext cx="720000" cy="720000"/>
          </a:xfrm>
          <a:prstGeom prst="ellipse">
            <a:avLst/>
          </a:prstGeom>
          <a:solidFill>
            <a:schemeClr val="accent5">
              <a:alpha val="99999"/>
            </a:schemeClr>
          </a:solidFill>
          <a:ln w="12699" cap="flat" cmpd="sng" algn="ctr">
            <a:noFill/>
            <a:prstDash val="solid"/>
            <a:miter lim="800000"/>
          </a:ln>
          <a:effectLst>
            <a:outerShdw blurRad="50800" dist="50800" dir="0" sx="120000" sy="120000" algn="ctr" rotWithShape="0">
              <a:schemeClr val="tx1">
                <a:alpha val="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22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9922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9922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760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72760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72760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170630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509748" y="445946"/>
            <a:ext cx="7860899" cy="988263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 marL="0" marR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4000" b="1" i="0" u="none" strike="noStrike" cap="none" spc="282">
                <a:solidFill>
                  <a:schemeClr val="tx1"/>
                </a:solidFill>
                <a:latin typeface="Arial"/>
                <a:ea typeface="Arial"/>
                <a:cs typeface="Arial"/>
              </a:rPr>
              <a:t>STRATEGIC </a:t>
            </a:r>
            <a:r>
              <a:rPr lang="en-GB" sz="4000" b="1" i="0" u="none" strike="noStrike" cap="none" spc="281">
                <a:solidFill>
                  <a:schemeClr val="tx1"/>
                </a:solidFill>
                <a:latin typeface="Arial"/>
                <a:ea typeface="Arial"/>
                <a:cs typeface="Arial"/>
              </a:rPr>
              <a:t>CONSIDERATIONS</a:t>
            </a:r>
            <a:endParaRPr lang="en-US" sz="4800" b="1" i="0" u="none" strike="noStrike" cap="none" spc="282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34609741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1625454"/>
            <a:ext cx="8532450" cy="455150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lnSpc>
                <a:spcPct val="120000"/>
              </a:lnSpc>
              <a:spcBef>
                <a:spcPts val="992"/>
              </a:spcBef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Target audience 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20000"/>
              </a:lnSpc>
              <a:spcBef>
                <a:spcPts val="991"/>
              </a:spcBef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Statistics for pain points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20000"/>
              </a:lnSpc>
              <a:spcBef>
                <a:spcPts val="991"/>
              </a:spcBef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How to market/What channels?</a:t>
            </a:r>
            <a:endParaRPr lang="en-GB"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lnSpc>
                <a:spcPct val="120000"/>
              </a:lnSpc>
              <a:spcBef>
                <a:spcPts val="991"/>
              </a:spcBef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Look at the long-term</a:t>
            </a:r>
            <a:endParaRPr sz="2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119444732" name=""/>
          <p:cNvSpPr>
            <a:spLocks noChangeAspect="1"/>
          </p:cNvSpPr>
          <p:nvPr/>
        </p:nvSpPr>
        <p:spPr bwMode="auto">
          <a:xfrm rot="0" flipH="1" flipV="0">
            <a:off x="367199" y="580078"/>
            <a:ext cx="720000" cy="720000"/>
          </a:xfrm>
          <a:prstGeom prst="ellipse">
            <a:avLst/>
          </a:prstGeom>
          <a:solidFill>
            <a:schemeClr val="accent5">
              <a:alpha val="99999"/>
            </a:schemeClr>
          </a:solidFill>
          <a:ln w="12699" cap="flat" cmpd="sng" algn="ctr">
            <a:noFill/>
            <a:prstDash val="solid"/>
            <a:miter lim="800000"/>
          </a:ln>
          <a:effectLst>
            <a:outerShdw blurRad="50800" dist="50800" dir="0" sx="120000" sy="120000" algn="ctr" rotWithShape="0">
              <a:schemeClr val="tx1">
                <a:alpha val="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1322283" name="Title 1"/>
          <p:cNvSpPr>
            <a:spLocks noGrp="1"/>
          </p:cNvSpPr>
          <p:nvPr>
            <p:ph type="title"/>
          </p:nvPr>
        </p:nvSpPr>
        <p:spPr bwMode="auto">
          <a:xfrm rot="0" flipH="0" flipV="0">
            <a:off x="1508400" y="1071016"/>
            <a:ext cx="7794624" cy="5544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 algn="r">
              <a:spcAft>
                <a:spcPts val="0"/>
              </a:spcAft>
              <a:buFont typeface="Arial"/>
              <a:buNone/>
              <a:defRPr/>
            </a:pPr>
            <a:r>
              <a:rPr lang="en-US" sz="4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3600" b="1" i="0" u="none" strike="noStrike" cap="none" spc="0">
                <a:solidFill>
                  <a:schemeClr val="accent5"/>
                </a:solidFill>
                <a:latin typeface="Arial"/>
                <a:ea typeface="Arial"/>
                <a:cs typeface="Arial"/>
              </a:rPr>
              <a:t>202</a:t>
            </a:r>
            <a:r>
              <a:rPr lang="en-GB" sz="3600" b="1" i="0" u="none" strike="noStrike" cap="none" spc="0">
                <a:solidFill>
                  <a:schemeClr val="accent5"/>
                </a:solidFill>
                <a:latin typeface="Arial"/>
                <a:ea typeface="Arial"/>
                <a:cs typeface="Arial"/>
              </a:rPr>
              <a:t>6</a:t>
            </a:r>
            <a:endParaRPr sz="48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444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19444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19444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06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21706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921706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1322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61322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1961322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914968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488915" y="446399"/>
            <a:ext cx="7881733" cy="980874"/>
          </a:xfrm>
        </p:spPr>
        <p:txBody>
          <a:bodyPr/>
          <a:lstStyle/>
          <a:p>
            <a:pPr marL="0" marR="0" indent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4000" b="1" i="0" u="none" strike="noStrike" cap="none" spc="282">
                <a:solidFill>
                  <a:schemeClr val="tx1"/>
                </a:solidFill>
                <a:latin typeface="Arial"/>
                <a:ea typeface="Arial"/>
                <a:cs typeface="Arial"/>
              </a:rPr>
              <a:t>COMPETITIVE LANDSCAPE</a:t>
            </a:r>
            <a:r>
              <a:rPr lang="en-US" sz="4800" b="1" i="0" u="none" strike="noStrike" cap="none" spc="282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endParaRPr sz="3600"/>
          </a:p>
        </p:txBody>
      </p:sp>
      <p:sp>
        <p:nvSpPr>
          <p:cNvPr id="1362810843" name=""/>
          <p:cNvSpPr>
            <a:spLocks noChangeAspect="1"/>
          </p:cNvSpPr>
          <p:nvPr/>
        </p:nvSpPr>
        <p:spPr bwMode="auto">
          <a:xfrm rot="0" flipH="1" flipV="0">
            <a:off x="446400" y="580531"/>
            <a:ext cx="720000" cy="720000"/>
          </a:xfrm>
          <a:prstGeom prst="ellipse">
            <a:avLst/>
          </a:prstGeom>
          <a:solidFill>
            <a:schemeClr val="accent5">
              <a:alpha val="99999"/>
            </a:schemeClr>
          </a:solidFill>
          <a:ln w="12699" cap="flat" cmpd="sng" algn="ctr">
            <a:noFill/>
            <a:prstDash val="solid"/>
            <a:miter lim="800000"/>
          </a:ln>
          <a:effectLst>
            <a:outerShdw blurRad="50800" dist="50800" dir="0" sx="120000" sy="120000" algn="ctr" rotWithShape="0">
              <a:schemeClr val="tx1">
                <a:alpha val="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2164442" name="Content Placeholder 2"/>
          <p:cNvSpPr>
            <a:spLocks noGrp="1"/>
          </p:cNvSpPr>
          <p:nvPr/>
        </p:nvSpPr>
        <p:spPr bwMode="auto">
          <a:xfrm flipH="0" flipV="0">
            <a:off x="806399" y="2036528"/>
            <a:ext cx="8532450" cy="77493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0000" lnSpcReduction="6000"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999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Necessary to understand what’s there already for the target audience </a:t>
            </a:r>
            <a:endParaRPr sz="2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spcBef>
                <a:spcPts val="0"/>
              </a:spcBef>
              <a:defRPr/>
            </a:pPr>
            <a:r>
              <a:rPr lang="en-GB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How to best meet the needs in a new and effective way</a:t>
            </a:r>
            <a:endParaRPr lang="en-US" sz="23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810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62810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62810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149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491496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49149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w Offic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ONLYOFFICE/9.3.1.8</Application>
  <PresentationFormat>On-screen Show (4:3)</PresentationFormat>
  <Paragraphs>0</Paragraphs>
  <Slides>5</Slides>
  <Notes>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Theme 1</vt:lpstr>
      <vt:lpstr>Slide 1</vt:lpstr>
      <vt:lpstr>Slide 2</vt:lpstr>
      <vt:lpstr>Slide 3</vt:lpstr>
      <vt:lpstr>Slide 4</vt:lpstr>
      <vt:lpstr>Slide 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</cp:revision>
  <dcterms:modified xsi:type="dcterms:W3CDTF">2026-03-24T13:47:24Z</dcterms:modified>
</cp:coreProperties>
</file>